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zz ." userId="647713aa9fd1e548" providerId="LiveId" clId="{8F025302-781A-4803-9359-F674A8BB97A8}"/>
    <pc:docChg chg="undo custSel addSld modSld">
      <pc:chgData name="zzzz ." userId="647713aa9fd1e548" providerId="LiveId" clId="{8F025302-781A-4803-9359-F674A8BB97A8}" dt="2025-12-18T22:10:06.282" v="128" actId="1076"/>
      <pc:docMkLst>
        <pc:docMk/>
      </pc:docMkLst>
      <pc:sldChg chg="addSp modSp new mod">
        <pc:chgData name="zzzz ." userId="647713aa9fd1e548" providerId="LiveId" clId="{8F025302-781A-4803-9359-F674A8BB97A8}" dt="2025-12-18T21:03:25.012" v="45" actId="1076"/>
        <pc:sldMkLst>
          <pc:docMk/>
          <pc:sldMk cId="1274190785" sldId="256"/>
        </pc:sldMkLst>
        <pc:spChg chg="mod">
          <ac:chgData name="zzzz ." userId="647713aa9fd1e548" providerId="LiveId" clId="{8F025302-781A-4803-9359-F674A8BB97A8}" dt="2025-12-18T21:02:07.008" v="7"/>
          <ac:spMkLst>
            <pc:docMk/>
            <pc:sldMk cId="1274190785" sldId="256"/>
            <ac:spMk id="2" creationId="{9BB72C5C-E8F9-31A5-9B55-B77E8C8C481A}"/>
          </ac:spMkLst>
        </pc:spChg>
        <pc:spChg chg="mod">
          <ac:chgData name="zzzz ." userId="647713aa9fd1e548" providerId="LiveId" clId="{8F025302-781A-4803-9359-F674A8BB97A8}" dt="2025-12-18T21:02:57.234" v="36" actId="1076"/>
          <ac:spMkLst>
            <pc:docMk/>
            <pc:sldMk cId="1274190785" sldId="256"/>
            <ac:spMk id="3" creationId="{0A29E898-E973-1B03-F9FD-70B3E9D9DFA0}"/>
          </ac:spMkLst>
        </pc:spChg>
        <pc:spChg chg="add mod">
          <ac:chgData name="zzzz ." userId="647713aa9fd1e548" providerId="LiveId" clId="{8F025302-781A-4803-9359-F674A8BB97A8}" dt="2025-12-18T21:03:25.012" v="45" actId="1076"/>
          <ac:spMkLst>
            <pc:docMk/>
            <pc:sldMk cId="1274190785" sldId="256"/>
            <ac:spMk id="4" creationId="{720349A1-264F-01C3-3760-5835C6DE8274}"/>
          </ac:spMkLst>
        </pc:spChg>
      </pc:sldChg>
      <pc:sldChg chg="addSp delSp modSp new mod">
        <pc:chgData name="zzzz ." userId="647713aa9fd1e548" providerId="LiveId" clId="{8F025302-781A-4803-9359-F674A8BB97A8}" dt="2025-12-18T22:02:21.713" v="80" actId="1076"/>
        <pc:sldMkLst>
          <pc:docMk/>
          <pc:sldMk cId="1994285665" sldId="257"/>
        </pc:sldMkLst>
        <pc:spChg chg="del">
          <ac:chgData name="zzzz ." userId="647713aa9fd1e548" providerId="LiveId" clId="{8F025302-781A-4803-9359-F674A8BB97A8}" dt="2025-12-18T21:03:34.368" v="46" actId="478"/>
          <ac:spMkLst>
            <pc:docMk/>
            <pc:sldMk cId="1994285665" sldId="257"/>
            <ac:spMk id="2" creationId="{47F98A5B-B03A-B73F-F862-96CD8111AEF1}"/>
          </ac:spMkLst>
        </pc:spChg>
        <pc:spChg chg="del">
          <ac:chgData name="zzzz ." userId="647713aa9fd1e548" providerId="LiveId" clId="{8F025302-781A-4803-9359-F674A8BB97A8}" dt="2025-12-18T21:58:32.032" v="54"/>
          <ac:spMkLst>
            <pc:docMk/>
            <pc:sldMk cId="1994285665" sldId="257"/>
            <ac:spMk id="3" creationId="{CD87B660-F19B-5E2D-B271-7E94BCD9B6C8}"/>
          </ac:spMkLst>
        </pc:spChg>
        <pc:spChg chg="add mod">
          <ac:chgData name="zzzz ." userId="647713aa9fd1e548" providerId="LiveId" clId="{8F025302-781A-4803-9359-F674A8BB97A8}" dt="2025-12-18T22:02:15.386" v="78" actId="1076"/>
          <ac:spMkLst>
            <pc:docMk/>
            <pc:sldMk cId="1994285665" sldId="257"/>
            <ac:spMk id="4" creationId="{01C5F807-BF98-69DE-55AB-A25FE52EB244}"/>
          </ac:spMkLst>
        </pc:spChg>
        <pc:spChg chg="add mod">
          <ac:chgData name="zzzz ." userId="647713aa9fd1e548" providerId="LiveId" clId="{8F025302-781A-4803-9359-F674A8BB97A8}" dt="2025-12-18T22:02:21.713" v="80" actId="1076"/>
          <ac:spMkLst>
            <pc:docMk/>
            <pc:sldMk cId="1994285665" sldId="257"/>
            <ac:spMk id="5" creationId="{9D435014-58A7-BC89-D841-B68256FAEBDC}"/>
          </ac:spMkLst>
        </pc:spChg>
      </pc:sldChg>
      <pc:sldChg chg="addSp delSp modSp new mod">
        <pc:chgData name="zzzz ." userId="647713aa9fd1e548" providerId="LiveId" clId="{8F025302-781A-4803-9359-F674A8BB97A8}" dt="2025-12-18T22:07:14.178" v="95" actId="255"/>
        <pc:sldMkLst>
          <pc:docMk/>
          <pc:sldMk cId="2512467139" sldId="258"/>
        </pc:sldMkLst>
        <pc:spChg chg="del">
          <ac:chgData name="zzzz ." userId="647713aa9fd1e548" providerId="LiveId" clId="{8F025302-781A-4803-9359-F674A8BB97A8}" dt="2025-12-18T21:03:38.159" v="47" actId="478"/>
          <ac:spMkLst>
            <pc:docMk/>
            <pc:sldMk cId="2512467139" sldId="258"/>
            <ac:spMk id="2" creationId="{B15E4A85-0AD6-DA8E-8F92-5CFB0CB8911F}"/>
          </ac:spMkLst>
        </pc:spChg>
        <pc:spChg chg="del">
          <ac:chgData name="zzzz ." userId="647713aa9fd1e548" providerId="LiveId" clId="{8F025302-781A-4803-9359-F674A8BB97A8}" dt="2025-12-18T22:06:15.064" v="81" actId="22"/>
          <ac:spMkLst>
            <pc:docMk/>
            <pc:sldMk cId="2512467139" sldId="258"/>
            <ac:spMk id="3" creationId="{4799D544-6712-CCB0-08FC-CE9BDD896EBD}"/>
          </ac:spMkLst>
        </pc:spChg>
        <pc:spChg chg="add mod">
          <ac:chgData name="zzzz ." userId="647713aa9fd1e548" providerId="LiveId" clId="{8F025302-781A-4803-9359-F674A8BB97A8}" dt="2025-12-18T22:07:14.178" v="95" actId="255"/>
          <ac:spMkLst>
            <pc:docMk/>
            <pc:sldMk cId="2512467139" sldId="258"/>
            <ac:spMk id="7" creationId="{9E3CD510-297D-B1CF-1575-ED81FE61F77D}"/>
          </ac:spMkLst>
        </pc:spChg>
        <pc:picChg chg="add mod ord">
          <ac:chgData name="zzzz ." userId="647713aa9fd1e548" providerId="LiveId" clId="{8F025302-781A-4803-9359-F674A8BB97A8}" dt="2025-12-18T22:06:24.095" v="86" actId="1076"/>
          <ac:picMkLst>
            <pc:docMk/>
            <pc:sldMk cId="2512467139" sldId="258"/>
            <ac:picMk id="5" creationId="{55039DC5-224B-39A0-E382-BF49C5F4D3DC}"/>
          </ac:picMkLst>
        </pc:picChg>
      </pc:sldChg>
      <pc:sldChg chg="addSp delSp modSp new mod">
        <pc:chgData name="zzzz ." userId="647713aa9fd1e548" providerId="LiveId" clId="{8F025302-781A-4803-9359-F674A8BB97A8}" dt="2025-12-18T22:08:55.224" v="117" actId="1076"/>
        <pc:sldMkLst>
          <pc:docMk/>
          <pc:sldMk cId="892780157" sldId="259"/>
        </pc:sldMkLst>
        <pc:spChg chg="del">
          <ac:chgData name="zzzz ." userId="647713aa9fd1e548" providerId="LiveId" clId="{8F025302-781A-4803-9359-F674A8BB97A8}" dt="2025-12-18T22:07:33.627" v="97" actId="478"/>
          <ac:spMkLst>
            <pc:docMk/>
            <pc:sldMk cId="892780157" sldId="259"/>
            <ac:spMk id="2" creationId="{C5B1A744-4422-009A-0AD1-98C966EA6F1F}"/>
          </ac:spMkLst>
        </pc:spChg>
        <pc:spChg chg="del">
          <ac:chgData name="zzzz ." userId="647713aa9fd1e548" providerId="LiveId" clId="{8F025302-781A-4803-9359-F674A8BB97A8}" dt="2025-12-18T22:08:03.524" v="105"/>
          <ac:spMkLst>
            <pc:docMk/>
            <pc:sldMk cId="892780157" sldId="259"/>
            <ac:spMk id="3" creationId="{E587D6D7-D646-AFE0-4B32-591BEE4E29FA}"/>
          </ac:spMkLst>
        </pc:spChg>
        <pc:spChg chg="add mod">
          <ac:chgData name="zzzz ." userId="647713aa9fd1e548" providerId="LiveId" clId="{8F025302-781A-4803-9359-F674A8BB97A8}" dt="2025-12-18T22:08:55.224" v="117" actId="1076"/>
          <ac:spMkLst>
            <pc:docMk/>
            <pc:sldMk cId="892780157" sldId="259"/>
            <ac:spMk id="5" creationId="{BAF718B3-362A-1A2B-9A9D-55F85A5BD37D}"/>
          </ac:spMkLst>
        </pc:spChg>
        <pc:spChg chg="add mod">
          <ac:chgData name="zzzz ." userId="647713aa9fd1e548" providerId="LiveId" clId="{8F025302-781A-4803-9359-F674A8BB97A8}" dt="2025-12-18T22:08:50.487" v="116" actId="1076"/>
          <ac:spMkLst>
            <pc:docMk/>
            <pc:sldMk cId="892780157" sldId="259"/>
            <ac:spMk id="6" creationId="{51A1274A-6FE3-8B32-6C36-B62749D2A99F}"/>
          </ac:spMkLst>
        </pc:spChg>
      </pc:sldChg>
      <pc:sldChg chg="addSp delSp modSp new mod">
        <pc:chgData name="zzzz ." userId="647713aa9fd1e548" providerId="LiveId" clId="{8F025302-781A-4803-9359-F674A8BB97A8}" dt="2025-12-18T22:10:06.282" v="128" actId="1076"/>
        <pc:sldMkLst>
          <pc:docMk/>
          <pc:sldMk cId="760661044" sldId="260"/>
        </pc:sldMkLst>
        <pc:spChg chg="del">
          <ac:chgData name="zzzz ." userId="647713aa9fd1e548" providerId="LiveId" clId="{8F025302-781A-4803-9359-F674A8BB97A8}" dt="2025-12-18T22:09:15.113" v="118" actId="478"/>
          <ac:spMkLst>
            <pc:docMk/>
            <pc:sldMk cId="760661044" sldId="260"/>
            <ac:spMk id="2" creationId="{BBBD3CE3-0BEF-21C3-70F2-79BB4F3B3793}"/>
          </ac:spMkLst>
        </pc:spChg>
        <pc:spChg chg="mod">
          <ac:chgData name="zzzz ." userId="647713aa9fd1e548" providerId="LiveId" clId="{8F025302-781A-4803-9359-F674A8BB97A8}" dt="2025-12-18T22:10:06.282" v="128" actId="1076"/>
          <ac:spMkLst>
            <pc:docMk/>
            <pc:sldMk cId="760661044" sldId="260"/>
            <ac:spMk id="3" creationId="{D4449667-CF36-B9B0-AEB7-5AE4C9E2FE2D}"/>
          </ac:spMkLst>
        </pc:spChg>
        <pc:spChg chg="add mod">
          <ac:chgData name="zzzz ." userId="647713aa9fd1e548" providerId="LiveId" clId="{8F025302-781A-4803-9359-F674A8BB97A8}" dt="2025-12-18T22:09:35.616" v="123" actId="1076"/>
          <ac:spMkLst>
            <pc:docMk/>
            <pc:sldMk cId="760661044" sldId="260"/>
            <ac:spMk id="5" creationId="{0A5BA331-1C33-2532-4714-25FACF61B4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719521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07624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06278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65196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97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41128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405912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84990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V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98693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55027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9196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753E170-2AC6-417F-A441-C8D01385A96D}" type="datetimeFigureOut">
              <a:rPr lang="en-VI" smtClean="0"/>
              <a:t>12/19/2025</a:t>
            </a:fld>
            <a:endParaRPr lang="en-V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V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1B220C8-F4A5-465D-BBEC-47E6C41BC059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3844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2C5C-E8F9-31A5-9B55-B77E8C8C4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Skillbox</a:t>
            </a:r>
            <a:r>
              <a:rPr lang="en-US" dirty="0"/>
              <a:t> </a:t>
            </a:r>
            <a:endParaRPr lang="en-V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9E898-E973-1B03-F9FD-70B3E9D9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85453" y="6238053"/>
            <a:ext cx="6801612" cy="123989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Захра дарабзадех 465716</a:t>
            </a:r>
            <a:endParaRPr lang="en-V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349A1-264F-01C3-3760-5835C6DE8274}"/>
              </a:ext>
            </a:extLst>
          </p:cNvPr>
          <p:cNvSpPr txBox="1"/>
          <p:nvPr/>
        </p:nvSpPr>
        <p:spPr>
          <a:xfrm>
            <a:off x="5778285" y="6211669"/>
            <a:ext cx="635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2025</a:t>
            </a:r>
          </a:p>
          <a:p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127419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C5F807-BF98-69DE-55AB-A25FE52EB244}"/>
              </a:ext>
            </a:extLst>
          </p:cNvPr>
          <p:cNvSpPr txBox="1"/>
          <p:nvPr/>
        </p:nvSpPr>
        <p:spPr>
          <a:xfrm>
            <a:off x="474291" y="832757"/>
            <a:ext cx="3478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7030A0"/>
                </a:solidFill>
              </a:rPr>
              <a:t>Анализ конкурентов</a:t>
            </a:r>
            <a:endParaRPr lang="en-VI" sz="2800" b="1" dirty="0">
              <a:solidFill>
                <a:srgbClr val="7030A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435014-58A7-BC89-D841-B68256FAE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4291" y="2028029"/>
            <a:ext cx="511008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Нетология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Акцент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академичность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kumimoji="0" lang="ru-RU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I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Яндекс</a:t>
            </a:r>
            <a:r>
              <a:rPr kumimoji="0" lang="en-VI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Практикум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Акцент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технологии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практику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kumimoji="0" lang="ru-RU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I" altLang="en-VI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en-VI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kumimoji="0" lang="en-VI" altLang="en-VI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GeekBrains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Экосистемный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игрок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VK).</a:t>
            </a:r>
          </a:p>
        </p:txBody>
      </p:sp>
    </p:spTree>
    <p:extLst>
      <p:ext uri="{BB962C8B-B14F-4D97-AF65-F5344CB8AC3E}">
        <p14:creationId xmlns:p14="http://schemas.microsoft.com/office/powerpoint/2010/main" val="199428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039DC5-224B-39A0-E382-BF49C5F4D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987" y="1467819"/>
            <a:ext cx="9194026" cy="478602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3CD510-297D-B1CF-1575-ED81FE61F77D}"/>
              </a:ext>
            </a:extLst>
          </p:cNvPr>
          <p:cNvSpPr txBox="1"/>
          <p:nvPr/>
        </p:nvSpPr>
        <p:spPr>
          <a:xfrm>
            <a:off x="779690" y="604157"/>
            <a:ext cx="4200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Affinity </a:t>
            </a:r>
            <a:r>
              <a:rPr lang="ru-RU" sz="2800" b="1" dirty="0">
                <a:solidFill>
                  <a:srgbClr val="7030A0"/>
                </a:solidFill>
              </a:rPr>
              <a:t>Диаграмма</a:t>
            </a:r>
            <a:endParaRPr lang="en-VI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6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F718B3-362A-1A2B-9A9D-55F85A5BD37D}"/>
              </a:ext>
            </a:extLst>
          </p:cNvPr>
          <p:cNvSpPr txBox="1"/>
          <p:nvPr/>
        </p:nvSpPr>
        <p:spPr>
          <a:xfrm>
            <a:off x="632733" y="746062"/>
            <a:ext cx="15984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030A0"/>
                </a:solidFill>
              </a:rPr>
              <a:t>Выводы</a:t>
            </a:r>
            <a:r>
              <a:rPr lang="ru-RU" sz="2800" dirty="0">
                <a:solidFill>
                  <a:srgbClr val="7030A0"/>
                </a:solidFill>
              </a:rPr>
              <a:t> </a:t>
            </a:r>
            <a:endParaRPr lang="en-VI" sz="2800" dirty="0">
              <a:solidFill>
                <a:srgbClr val="7030A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A1274A-6FE3-8B32-6C36-B62749D2A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2733" y="1859339"/>
            <a:ext cx="1104219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Доминирующие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темы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Трудоустройство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практические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навыки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являются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ключевыми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факторами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выбора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студентов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I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Сходства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игроки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используют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собственные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LMS-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платформы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предлагают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рассрочку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платежа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I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Различия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Skillbox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берет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массовостью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маркетингом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Яндекс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уникальной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методологией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Нетология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репутацией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вузовской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среде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VI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Возможности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Рост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спроса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переобучение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условиях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дефицита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кадров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IT.</a:t>
            </a:r>
            <a:endParaRPr kumimoji="0" lang="ru-RU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VI" altLang="en-V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I" altLang="en-V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Угрозы</a:t>
            </a:r>
            <a:r>
              <a:rPr kumimoji="0" lang="en-VI" altLang="en-V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Перенасыщение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рынка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курсами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новичков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падение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доверия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 "</a:t>
            </a:r>
            <a:r>
              <a:rPr kumimoji="0" lang="en-VI" altLang="en-V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инфобизнесу</a:t>
            </a:r>
            <a:r>
              <a:rPr kumimoji="0" lang="en-VI" altLang="en-V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89278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9667-CF36-B9B0-AEB7-5AE4C9E2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18" y="1821617"/>
            <a:ext cx="9360353" cy="255444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Внедрение ИИ-менторов:</a:t>
            </a:r>
            <a:r>
              <a:rPr lang="ru-RU" dirty="0"/>
              <a:t> Создание персонализированных треков обучения на основе AI для снижения нагрузки на кураторов.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Развитие направления Creative:</a:t>
            </a:r>
            <a:r>
              <a:rPr lang="ru-RU" dirty="0"/>
              <a:t> Усиление курсов по Game Design и VR/AR для соответствия трендам креативной экономики.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B2B сегмент:</a:t>
            </a:r>
            <a:r>
              <a:rPr lang="ru-RU" dirty="0"/>
              <a:t> Расширение программ корпоративного обучения для крупных компаний.</a:t>
            </a:r>
          </a:p>
          <a:p>
            <a:endParaRPr lang="en-VI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BA331-1C33-2532-4714-25FACF61B499}"/>
              </a:ext>
            </a:extLst>
          </p:cNvPr>
          <p:cNvSpPr txBox="1"/>
          <p:nvPr/>
        </p:nvSpPr>
        <p:spPr>
          <a:xfrm>
            <a:off x="681718" y="856363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7030A0"/>
                </a:solidFill>
              </a:rPr>
              <a:t>Рекомендации</a:t>
            </a:r>
            <a:r>
              <a:rPr lang="ru-RU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76066104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68</TotalTime>
  <Words>157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Skillbox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zzzz .</dc:creator>
  <cp:lastModifiedBy>zzzz .</cp:lastModifiedBy>
  <cp:revision>1</cp:revision>
  <dcterms:created xsi:type="dcterms:W3CDTF">2025-12-18T21:01:33Z</dcterms:created>
  <dcterms:modified xsi:type="dcterms:W3CDTF">2025-12-18T22:10:10Z</dcterms:modified>
</cp:coreProperties>
</file>
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Layouts/slideLayout3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36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slideLayouts/slideLayout34.xml" ContentType="application/vnd.openxmlformats-officedocument.presentationml.slideLayout+xml"/>
  <Override PartName="/ppt/slides/slide16.xml" ContentType="application/vnd.openxmlformats-officedocument.presentationml.slide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16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35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5143500" type="screen16x9"/>
  <p:notesSz cx="9144000" cy="5143500"/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10" d="100"/>
          <a:sy n="110" d="100"/>
        </p:scale>
        <p:origin x="667" y="67"/>
      </p:cViewPr>
      <p:guideLst>
        <p:guide pos="1611" orient="horz"/>
        <p:guide pos="2874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3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3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4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_Title Slide" preserve="0" showMasterPhAnim="0" userDrawn="1">
  <p:cSld name="1_Title Slide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Google Shape;11;p25"/>
          <p:cNvSpPr txBox="1"/>
          <p:nvPr/>
        </p:nvSpPr>
        <p:spPr bwMode="auto"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Google Shape;12;p25"/>
          <p:cNvSpPr txBox="1"/>
          <p:nvPr/>
        </p:nvSpPr>
        <p:spPr bwMode="auto">
          <a:xfrm>
            <a:off x="5910801" y="42723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Google Shape;13;p25"/>
          <p:cNvSpPr txBox="1"/>
          <p:nvPr/>
        </p:nvSpPr>
        <p:spPr bwMode="auto"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Google Shape;14;p25"/>
          <p:cNvSpPr txBox="1"/>
          <p:nvPr/>
        </p:nvSpPr>
        <p:spPr bwMode="auto">
          <a:xfrm>
            <a:off x="5910801" y="42723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Google Shape;15;p25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" name="Google Shape;16;p25"/>
          <p:cNvSpPr txBox="1">
            <a:spLocks noGrp="1"/>
          </p:cNvSpPr>
          <p:nvPr>
            <p:ph type="body" idx="1"/>
          </p:nvPr>
        </p:nvSpPr>
        <p:spPr bwMode="auto"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kfql" preserve="0" showMasterPhAnim="0" userDrawn="1">
  <p:cSld name="Ckfql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" name="Google Shape;18;p26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" name="Google Shape;19;p26"/>
          <p:cNvSpPr txBox="1">
            <a:spLocks noGrp="1"/>
          </p:cNvSpPr>
          <p:nvPr>
            <p:ph type="body" idx="1"/>
          </p:nvPr>
        </p:nvSpPr>
        <p:spPr bwMode="auto"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0_Пользовательский макет" preserve="0" showMasterPhAnim="0" userDrawn="1">
  <p:cSld name="10_Пользовательский макет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Google Shape;21;p67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2" name="Google Shape;22;p67"/>
          <p:cNvSpPr>
            <a:spLocks noGrp="1"/>
          </p:cNvSpPr>
          <p:nvPr>
            <p:ph type="pic" idx="2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  <a:noFill/>
          <a:ln>
            <a:noFill/>
          </a:ln>
        </p:spPr>
      </p:sp>
      <p:sp>
        <p:nvSpPr>
          <p:cNvPr id="23" name="Google Shape;23;p67"/>
          <p:cNvSpPr txBox="1">
            <a:spLocks noGrp="1"/>
          </p:cNvSpPr>
          <p:nvPr>
            <p:ph type="body" idx="1"/>
          </p:nvPr>
        </p:nvSpPr>
        <p:spPr bwMode="auto"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1400"/>
            </a:lvl5pPr>
            <a:lvl6pPr marL="2743200" lvl="5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1_Пользовательский макет" preserve="0" showMasterPhAnim="0" userDrawn="1">
  <p:cSld name="11_Пользовательский макет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" name="Google Shape;25;p68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6" name="Google Shape;26;p68"/>
          <p:cNvSpPr>
            <a:spLocks noGrp="1"/>
          </p:cNvSpPr>
          <p:nvPr>
            <p:ph type="pic" idx="2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  <a:noFill/>
          <a:ln>
            <a:noFill/>
          </a:ln>
        </p:spPr>
      </p:sp>
      <p:sp>
        <p:nvSpPr>
          <p:cNvPr id="27" name="Google Shape;27;p68"/>
          <p:cNvSpPr txBox="1">
            <a:spLocks noGrp="1"/>
          </p:cNvSpPr>
          <p:nvPr>
            <p:ph type="body" idx="1"/>
          </p:nvPr>
        </p:nvSpPr>
        <p:spPr bwMode="auto"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1400"/>
            </a:lvl5pPr>
            <a:lvl6pPr marL="2743200" lvl="5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2_Пользовательский макет" preserve="0" showMasterPhAnim="0" userDrawn="1">
  <p:cSld name="12_Пользовательский макет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" name="Google Shape;29;p69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0" name="Google Shape;30;p69"/>
          <p:cNvSpPr>
            <a:spLocks noGrp="1"/>
          </p:cNvSpPr>
          <p:nvPr>
            <p:ph type="pic" idx="2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  <a:noFill/>
          <a:ln>
            <a:noFill/>
          </a:ln>
        </p:spPr>
      </p:sp>
      <p:sp>
        <p:nvSpPr>
          <p:cNvPr id="31" name="Google Shape;31;p69"/>
          <p:cNvSpPr txBox="1">
            <a:spLocks noGrp="1"/>
          </p:cNvSpPr>
          <p:nvPr>
            <p:ph type="body" idx="1"/>
          </p:nvPr>
        </p:nvSpPr>
        <p:spPr bwMode="auto"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1400"/>
            </a:lvl5pPr>
            <a:lvl6pPr marL="2743200" lvl="5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3_Пользовательский макет" preserve="0" showMasterPhAnim="0" userDrawn="1">
  <p:cSld name="13_Пользовательский макет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" name="Google Shape;33;p70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4" name="Google Shape;34;p70"/>
          <p:cNvSpPr>
            <a:spLocks noGrp="1"/>
          </p:cNvSpPr>
          <p:nvPr>
            <p:ph type="pic" idx="2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  <a:noFill/>
          <a:ln>
            <a:noFill/>
          </a:ln>
        </p:spPr>
      </p:sp>
      <p:sp>
        <p:nvSpPr>
          <p:cNvPr id="35" name="Google Shape;35;p70"/>
          <p:cNvSpPr txBox="1">
            <a:spLocks noGrp="1"/>
          </p:cNvSpPr>
          <p:nvPr>
            <p:ph type="body" idx="1"/>
          </p:nvPr>
        </p:nvSpPr>
        <p:spPr bwMode="auto"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1400"/>
            </a:lvl5pPr>
            <a:lvl6pPr marL="2743200" lvl="5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4_Пользовательский макет" preserve="0" showMasterPhAnim="0" userDrawn="1">
  <p:cSld name="14_Пользовательский макет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" name="Google Shape;37;p71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8" name="Google Shape;38;p71"/>
          <p:cNvSpPr>
            <a:spLocks noGrp="1"/>
          </p:cNvSpPr>
          <p:nvPr>
            <p:ph type="pic" idx="2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  <a:noFill/>
          <a:ln>
            <a:noFill/>
          </a:ln>
        </p:spPr>
      </p:sp>
      <p:sp>
        <p:nvSpPr>
          <p:cNvPr id="39" name="Google Shape;39;p71"/>
          <p:cNvSpPr txBox="1">
            <a:spLocks noGrp="1"/>
          </p:cNvSpPr>
          <p:nvPr>
            <p:ph type="body" idx="1"/>
          </p:nvPr>
        </p:nvSpPr>
        <p:spPr bwMode="auto"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1400"/>
            </a:lvl5pPr>
            <a:lvl6pPr marL="2743200" lvl="5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5_Пользовательский макет" preserve="0" showMasterPhAnim="0" userDrawn="1">
  <p:cSld name="15_Пользовательский макет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Google Shape;41;p72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2" name="Google Shape;42;p72"/>
          <p:cNvSpPr>
            <a:spLocks noGrp="1"/>
          </p:cNvSpPr>
          <p:nvPr>
            <p:ph type="pic" idx="2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  <a:noFill/>
          <a:ln>
            <a:noFill/>
          </a:ln>
        </p:spPr>
      </p:sp>
      <p:sp>
        <p:nvSpPr>
          <p:cNvPr id="43" name="Google Shape;43;p72"/>
          <p:cNvSpPr txBox="1">
            <a:spLocks noGrp="1"/>
          </p:cNvSpPr>
          <p:nvPr>
            <p:ph type="body" idx="1"/>
          </p:nvPr>
        </p:nvSpPr>
        <p:spPr bwMode="auto"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1400"/>
            </a:lvl5pPr>
            <a:lvl6pPr marL="2743200" lvl="5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6_Пользовательский макет" preserve="0" showMasterPhAnim="0" userDrawn="1">
  <p:cSld name="16_Пользовательский макет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" name="Google Shape;45;p73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6" name="Google Shape;46;p73"/>
          <p:cNvSpPr>
            <a:spLocks noGrp="1"/>
          </p:cNvSpPr>
          <p:nvPr>
            <p:ph type="pic" idx="2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  <a:noFill/>
          <a:ln>
            <a:noFill/>
          </a:ln>
        </p:spPr>
      </p:sp>
      <p:sp>
        <p:nvSpPr>
          <p:cNvPr id="47" name="Google Shape;47;p73"/>
          <p:cNvSpPr txBox="1">
            <a:spLocks noGrp="1"/>
          </p:cNvSpPr>
          <p:nvPr>
            <p:ph type="body" idx="1"/>
          </p:nvPr>
        </p:nvSpPr>
        <p:spPr bwMode="auto"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1400"/>
            </a:lvl5pPr>
            <a:lvl6pPr marL="2743200" lvl="5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7_Пользовательский макет" preserve="0" showMasterPhAnim="0" userDrawn="1">
  <p:cSld name="17_Пользовательский макет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" name="Google Shape;49;p74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0" name="Google Shape;50;p74"/>
          <p:cNvSpPr>
            <a:spLocks noGrp="1"/>
          </p:cNvSpPr>
          <p:nvPr>
            <p:ph type="pic" idx="2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  <a:noFill/>
          <a:ln>
            <a:noFill/>
          </a:ln>
        </p:spPr>
      </p:sp>
      <p:sp>
        <p:nvSpPr>
          <p:cNvPr id="51" name="Google Shape;51;p74"/>
          <p:cNvSpPr txBox="1">
            <a:spLocks noGrp="1"/>
          </p:cNvSpPr>
          <p:nvPr>
            <p:ph type="body" idx="1"/>
          </p:nvPr>
        </p:nvSpPr>
        <p:spPr bwMode="auto"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1400"/>
            </a:lvl5pPr>
            <a:lvl6pPr marL="2743200" lvl="5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8_Пользовательский макет" preserve="0" showMasterPhAnim="0" userDrawn="1">
  <p:cSld name="18_Пользовательский макет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" name="Google Shape;53;p75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4" name="Google Shape;54;p75"/>
          <p:cNvSpPr>
            <a:spLocks noGrp="1"/>
          </p:cNvSpPr>
          <p:nvPr>
            <p:ph type="pic" idx="2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  <a:noFill/>
          <a:ln>
            <a:noFill/>
          </a:ln>
        </p:spPr>
      </p:sp>
      <p:sp>
        <p:nvSpPr>
          <p:cNvPr id="55" name="Google Shape;55;p75"/>
          <p:cNvSpPr txBox="1">
            <a:spLocks noGrp="1"/>
          </p:cNvSpPr>
          <p:nvPr>
            <p:ph type="body" idx="1"/>
          </p:nvPr>
        </p:nvSpPr>
        <p:spPr bwMode="auto"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1400"/>
            </a:lvl5pPr>
            <a:lvl6pPr marL="2743200" lvl="5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9_Пользовательский макет" preserve="0" showMasterPhAnim="0" userDrawn="1">
  <p:cSld name="19_Пользовательский макет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" name="Google Shape;57;p76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8" name="Google Shape;58;p76"/>
          <p:cNvSpPr>
            <a:spLocks noGrp="1"/>
          </p:cNvSpPr>
          <p:nvPr>
            <p:ph type="pic" idx="2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  <a:noFill/>
          <a:ln>
            <a:noFill/>
          </a:ln>
        </p:spPr>
      </p:sp>
      <p:sp>
        <p:nvSpPr>
          <p:cNvPr id="59" name="Google Shape;59;p76"/>
          <p:cNvSpPr txBox="1">
            <a:spLocks noGrp="1"/>
          </p:cNvSpPr>
          <p:nvPr>
            <p:ph type="body" idx="1"/>
          </p:nvPr>
        </p:nvSpPr>
        <p:spPr bwMode="auto"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1400"/>
            </a:lvl5pPr>
            <a:lvl6pPr marL="2743200" lvl="5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20_Пользовательский макет" preserve="0" showMasterPhAnim="0" userDrawn="1">
  <p:cSld name="20_Пользовательский макет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" name="Google Shape;61;p77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2" name="Google Shape;62;p77"/>
          <p:cNvSpPr>
            <a:spLocks noGrp="1"/>
          </p:cNvSpPr>
          <p:nvPr>
            <p:ph type="pic" idx="2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  <a:noFill/>
          <a:ln>
            <a:noFill/>
          </a:ln>
        </p:spPr>
      </p:sp>
      <p:sp>
        <p:nvSpPr>
          <p:cNvPr id="63" name="Google Shape;63;p77"/>
          <p:cNvSpPr txBox="1">
            <a:spLocks noGrp="1"/>
          </p:cNvSpPr>
          <p:nvPr>
            <p:ph type="body" idx="1"/>
          </p:nvPr>
        </p:nvSpPr>
        <p:spPr bwMode="auto"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1400"/>
            </a:lvl5pPr>
            <a:lvl6pPr marL="2743200" lvl="5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21_Пользовательский макет" preserve="0" showMasterPhAnim="0" userDrawn="1">
  <p:cSld name="21_Пользовательский макет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" name="Google Shape;65;p78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6" name="Google Shape;66;p78"/>
          <p:cNvSpPr>
            <a:spLocks noGrp="1"/>
          </p:cNvSpPr>
          <p:nvPr>
            <p:ph type="pic" idx="2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  <a:noFill/>
          <a:ln>
            <a:noFill/>
          </a:ln>
        </p:spPr>
      </p:sp>
      <p:sp>
        <p:nvSpPr>
          <p:cNvPr id="67" name="Google Shape;67;p78"/>
          <p:cNvSpPr txBox="1">
            <a:spLocks noGrp="1"/>
          </p:cNvSpPr>
          <p:nvPr>
            <p:ph type="body" idx="1"/>
          </p:nvPr>
        </p:nvSpPr>
        <p:spPr bwMode="auto"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1400"/>
            </a:lvl5pPr>
            <a:lvl6pPr marL="2743200" lvl="5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22_Пользовательский макет" preserve="0" showMasterPhAnim="0" userDrawn="1">
  <p:cSld name="22_Пользовательский макет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" name="Google Shape;69;p79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0" name="Google Shape;70;p79"/>
          <p:cNvSpPr>
            <a:spLocks noGrp="1"/>
          </p:cNvSpPr>
          <p:nvPr>
            <p:ph type="pic" idx="2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  <a:noFill/>
          <a:ln>
            <a:noFill/>
          </a:ln>
        </p:spPr>
      </p:sp>
      <p:sp>
        <p:nvSpPr>
          <p:cNvPr id="71" name="Google Shape;71;p79"/>
          <p:cNvSpPr txBox="1">
            <a:spLocks noGrp="1"/>
          </p:cNvSpPr>
          <p:nvPr>
            <p:ph type="body" idx="1"/>
          </p:nvPr>
        </p:nvSpPr>
        <p:spPr bwMode="auto"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1400"/>
            </a:lvl5pPr>
            <a:lvl6pPr marL="2743200" lvl="5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23_Пользовательский макет" preserve="0" showMasterPhAnim="0" userDrawn="1">
  <p:cSld name="23_Пользовательский макет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Google Shape;73;p80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4" name="Google Shape;74;p80"/>
          <p:cNvSpPr>
            <a:spLocks noGrp="1"/>
          </p:cNvSpPr>
          <p:nvPr>
            <p:ph type="pic" idx="2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  <a:noFill/>
          <a:ln>
            <a:noFill/>
          </a:ln>
        </p:spPr>
      </p:sp>
      <p:sp>
        <p:nvSpPr>
          <p:cNvPr id="75" name="Google Shape;75;p80"/>
          <p:cNvSpPr txBox="1">
            <a:spLocks noGrp="1"/>
          </p:cNvSpPr>
          <p:nvPr>
            <p:ph type="body" idx="1"/>
          </p:nvPr>
        </p:nvSpPr>
        <p:spPr bwMode="auto"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1400"/>
            </a:lvl5pPr>
            <a:lvl6pPr marL="2743200" lvl="5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24_Пользовательский макет" preserve="0" showMasterPhAnim="0" userDrawn="1">
  <p:cSld name="24_Пользовательский макет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" name="Google Shape;77;p81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8" name="Google Shape;78;p81"/>
          <p:cNvSpPr>
            <a:spLocks noGrp="1"/>
          </p:cNvSpPr>
          <p:nvPr>
            <p:ph type="pic" idx="2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  <a:noFill/>
          <a:ln>
            <a:noFill/>
          </a:ln>
        </p:spPr>
      </p:sp>
      <p:sp>
        <p:nvSpPr>
          <p:cNvPr id="79" name="Google Shape;79;p81"/>
          <p:cNvSpPr txBox="1">
            <a:spLocks noGrp="1"/>
          </p:cNvSpPr>
          <p:nvPr>
            <p:ph type="body" idx="1"/>
          </p:nvPr>
        </p:nvSpPr>
        <p:spPr bwMode="auto"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1400"/>
            </a:lvl5pPr>
            <a:lvl6pPr marL="2743200" lvl="5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25_Пользовательский макет" preserve="0" showMasterPhAnim="0" userDrawn="1">
  <p:cSld name="25_Пользовательский макет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" name="Google Shape;81;p82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2" name="Google Shape;82;p82"/>
          <p:cNvSpPr>
            <a:spLocks noGrp="1"/>
          </p:cNvSpPr>
          <p:nvPr>
            <p:ph type="pic" idx="2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  <a:noFill/>
          <a:ln>
            <a:noFill/>
          </a:ln>
        </p:spPr>
      </p:sp>
      <p:sp>
        <p:nvSpPr>
          <p:cNvPr id="83" name="Google Shape;83;p82"/>
          <p:cNvSpPr txBox="1">
            <a:spLocks noGrp="1"/>
          </p:cNvSpPr>
          <p:nvPr>
            <p:ph type="body" idx="1"/>
          </p:nvPr>
        </p:nvSpPr>
        <p:spPr bwMode="auto"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1400"/>
            </a:lvl5pPr>
            <a:lvl6pPr marL="2743200" lvl="5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26_Пользовательский макет" preserve="0" showMasterPhAnim="0" userDrawn="1">
  <p:cSld name="26_Пользовательский макет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" name="Google Shape;85;p83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6" name="Google Shape;86;p83"/>
          <p:cNvSpPr>
            <a:spLocks noGrp="1"/>
          </p:cNvSpPr>
          <p:nvPr>
            <p:ph type="pic" idx="2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  <a:noFill/>
          <a:ln>
            <a:noFill/>
          </a:ln>
        </p:spPr>
      </p:sp>
      <p:sp>
        <p:nvSpPr>
          <p:cNvPr id="87" name="Google Shape;87;p83"/>
          <p:cNvSpPr txBox="1">
            <a:spLocks noGrp="1"/>
          </p:cNvSpPr>
          <p:nvPr>
            <p:ph type="body" idx="1"/>
          </p:nvPr>
        </p:nvSpPr>
        <p:spPr bwMode="auto"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1400"/>
            </a:lvl5pPr>
            <a:lvl6pPr marL="2743200" lvl="5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27_Пользовательский макет" preserve="0" showMasterPhAnim="0" userDrawn="1">
  <p:cSld name="27_Пользовательский макет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" name="Google Shape;89;p84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0" name="Google Shape;90;p84"/>
          <p:cNvSpPr>
            <a:spLocks noGrp="1"/>
          </p:cNvSpPr>
          <p:nvPr>
            <p:ph type="pic" idx="2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  <a:noFill/>
          <a:ln>
            <a:noFill/>
          </a:ln>
        </p:spPr>
      </p:sp>
      <p:sp>
        <p:nvSpPr>
          <p:cNvPr id="91" name="Google Shape;91;p84"/>
          <p:cNvSpPr txBox="1">
            <a:spLocks noGrp="1"/>
          </p:cNvSpPr>
          <p:nvPr>
            <p:ph type="body" idx="1"/>
          </p:nvPr>
        </p:nvSpPr>
        <p:spPr bwMode="auto"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1400"/>
            </a:lvl5pPr>
            <a:lvl6pPr marL="2743200" lvl="5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9_Custom Layout" preserve="0" showMasterPhAnim="0" userDrawn="1">
  <p:cSld name="9_Custom Layout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" name="Google Shape;93;p31"/>
          <p:cNvSpPr txBox="1">
            <a:spLocks noGrp="1"/>
          </p:cNvSpPr>
          <p:nvPr>
            <p:ph type="body" idx="1"/>
          </p:nvPr>
        </p:nvSpPr>
        <p:spPr bwMode="auto"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4" name="Google Shape;94;p31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Финал" preserve="0" showMasterPhAnim="0" userDrawn="1">
  <p:cSld name="Финал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" name="Google Shape;96;p27"/>
          <p:cNvSpPr txBox="1">
            <a:spLocks noGrp="1"/>
          </p:cNvSpPr>
          <p:nvPr>
            <p:ph type="body" idx="1"/>
          </p:nvPr>
        </p:nvSpPr>
        <p:spPr bwMode="auto"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7" name="Google Shape;97;p27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Пользовательский макет" preserve="0" showMasterPhAnim="0" userDrawn="1">
  <p:cSld name="Пользовательский макет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" name="Google Shape;99;p28"/>
          <p:cNvSpPr txBox="1">
            <a:spLocks noGrp="1"/>
          </p:cNvSpPr>
          <p:nvPr>
            <p:ph type="body" idx="1"/>
          </p:nvPr>
        </p:nvSpPr>
        <p:spPr bwMode="auto">
          <a:xfrm>
            <a:off x="507999" y="1792286"/>
            <a:ext cx="3635830" cy="1573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0" name="Google Shape;100;p28"/>
          <p:cNvSpPr txBox="1">
            <a:spLocks noGrp="1"/>
          </p:cNvSpPr>
          <p:nvPr>
            <p:ph type="body" idx="2"/>
          </p:nvPr>
        </p:nvSpPr>
        <p:spPr bwMode="auto"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</a:defRPr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1" name="Google Shape;101;p28"/>
          <p:cNvSpPr txBox="1">
            <a:spLocks noGrp="1"/>
          </p:cNvSpPr>
          <p:nvPr>
            <p:ph type="body" idx="3"/>
          </p:nvPr>
        </p:nvSpPr>
        <p:spPr bwMode="auto">
          <a:xfrm>
            <a:off x="5000171" y="3011486"/>
            <a:ext cx="3635830" cy="1573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2" name="Google Shape;102;p28"/>
          <p:cNvSpPr txBox="1">
            <a:spLocks noGrp="1"/>
          </p:cNvSpPr>
          <p:nvPr>
            <p:ph type="body" idx="4"/>
          </p:nvPr>
        </p:nvSpPr>
        <p:spPr bwMode="auto"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</a:defRPr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3" name="Google Shape;103;p28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5_Custom Layout" preserve="0" showMasterPhAnim="0" userDrawn="1">
  <p:cSld name="5_Custom Layout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" name="Google Shape;105;p29"/>
          <p:cNvSpPr>
            <a:spLocks noGrp="1"/>
          </p:cNvSpPr>
          <p:nvPr>
            <p:ph type="pic" idx="2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  <a:noFill/>
          <a:ln>
            <a:noFill/>
          </a:ln>
        </p:spPr>
      </p:sp>
      <p:sp>
        <p:nvSpPr>
          <p:cNvPr id="106" name="Google Shape;106;p29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7" name="Google Shape;107;p29"/>
          <p:cNvSpPr txBox="1">
            <a:spLocks noGrp="1"/>
          </p:cNvSpPr>
          <p:nvPr>
            <p:ph type="body" idx="1"/>
          </p:nvPr>
        </p:nvSpPr>
        <p:spPr bwMode="auto"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6_Пользовательский макет" preserve="0" showMasterPhAnim="0" userDrawn="1">
  <p:cSld name="6_Пользовательский макет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" name="Google Shape;109;p30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0" name="Google Shape;110;p30"/>
          <p:cNvSpPr txBox="1">
            <a:spLocks noGrp="1"/>
          </p:cNvSpPr>
          <p:nvPr>
            <p:ph type="body" idx="1"/>
          </p:nvPr>
        </p:nvSpPr>
        <p:spPr bwMode="auto"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_Custom Layout" preserve="0" showMasterPhAnim="0" userDrawn="1">
  <p:cSld name="1_Custom Layout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Google Shape;112;p32"/>
          <p:cNvSpPr txBox="1">
            <a:spLocks noGrp="1"/>
          </p:cNvSpPr>
          <p:nvPr>
            <p:ph type="body" idx="1"/>
          </p:nvPr>
        </p:nvSpPr>
        <p:spPr bwMode="auto">
          <a:xfrm>
            <a:off x="507999" y="1792286"/>
            <a:ext cx="3635830" cy="1573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3" name="Google Shape;113;p32"/>
          <p:cNvSpPr txBox="1">
            <a:spLocks noGrp="1"/>
          </p:cNvSpPr>
          <p:nvPr>
            <p:ph type="body" idx="2"/>
          </p:nvPr>
        </p:nvSpPr>
        <p:spPr bwMode="auto"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</a:defRPr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4" name="Google Shape;114;p32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5" name="Google Shape;115;p32"/>
          <p:cNvSpPr txBox="1">
            <a:spLocks noGrp="1"/>
          </p:cNvSpPr>
          <p:nvPr>
            <p:ph type="body" idx="3"/>
          </p:nvPr>
        </p:nvSpPr>
        <p:spPr bwMode="auto">
          <a:xfrm>
            <a:off x="5000171" y="3011486"/>
            <a:ext cx="3635830" cy="1573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6" name="Google Shape;116;p32"/>
          <p:cNvSpPr txBox="1">
            <a:spLocks noGrp="1"/>
          </p:cNvSpPr>
          <p:nvPr>
            <p:ph type="body" idx="4"/>
          </p:nvPr>
        </p:nvSpPr>
        <p:spPr bwMode="auto"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</a:defRPr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3_Пользовательский макет" preserve="0" showMasterPhAnim="0" userDrawn="1">
  <p:cSld name="3_Пользовательский макет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" name="Google Shape;118;p33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9" name="Google Shape;119;p33"/>
          <p:cNvSpPr>
            <a:spLocks noGrp="1"/>
          </p:cNvSpPr>
          <p:nvPr>
            <p:ph type="pic" idx="2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  <a:noFill/>
          <a:ln>
            <a:noFill/>
          </a:ln>
        </p:spPr>
      </p:sp>
      <p:sp>
        <p:nvSpPr>
          <p:cNvPr id="120" name="Google Shape;120;p33"/>
          <p:cNvSpPr txBox="1">
            <a:spLocks noGrp="1"/>
          </p:cNvSpPr>
          <p:nvPr>
            <p:ph type="body" idx="1"/>
          </p:nvPr>
        </p:nvSpPr>
        <p:spPr bwMode="auto"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7_Пользовательский макет" preserve="0" showMasterPhAnim="0" userDrawn="1">
  <p:cSld name="7_Пользовательский макет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" name="Google Shape;122;p34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3" name="Google Shape;123;p34"/>
          <p:cNvSpPr txBox="1">
            <a:spLocks noGrp="1"/>
          </p:cNvSpPr>
          <p:nvPr>
            <p:ph type="body" idx="1"/>
          </p:nvPr>
        </p:nvSpPr>
        <p:spPr bwMode="auto"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3_Custom Layout" preserve="0" showMasterPhAnim="0" userDrawn="1">
  <p:cSld name="3_Custom Layout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" name="Google Shape;125;p35"/>
          <p:cNvSpPr txBox="1">
            <a:spLocks noGrp="1"/>
          </p:cNvSpPr>
          <p:nvPr>
            <p:ph type="body" idx="1"/>
          </p:nvPr>
        </p:nvSpPr>
        <p:spPr bwMode="auto"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6" name="Google Shape;126;p35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_Пользовательский макет" preserve="0" showMasterPhAnim="0" userDrawn="1">
  <p:cSld name="1_Пользовательский макет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" name="Google Shape;128;p36"/>
          <p:cNvSpPr txBox="1">
            <a:spLocks noGrp="1"/>
          </p:cNvSpPr>
          <p:nvPr>
            <p:ph type="body" idx="1"/>
          </p:nvPr>
        </p:nvSpPr>
        <p:spPr bwMode="auto">
          <a:xfrm>
            <a:off x="507999" y="1792286"/>
            <a:ext cx="3635830" cy="1573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9" name="Google Shape;129;p36"/>
          <p:cNvSpPr txBox="1">
            <a:spLocks noGrp="1"/>
          </p:cNvSpPr>
          <p:nvPr>
            <p:ph type="body" idx="2"/>
          </p:nvPr>
        </p:nvSpPr>
        <p:spPr bwMode="auto"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</a:defRPr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0" name="Google Shape;130;p36"/>
          <p:cNvSpPr txBox="1">
            <a:spLocks noGrp="1"/>
          </p:cNvSpPr>
          <p:nvPr>
            <p:ph type="body" idx="3"/>
          </p:nvPr>
        </p:nvSpPr>
        <p:spPr bwMode="auto">
          <a:xfrm>
            <a:off x="5000171" y="3011486"/>
            <a:ext cx="3635830" cy="1573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1" name="Google Shape;131;p36"/>
          <p:cNvSpPr txBox="1">
            <a:spLocks noGrp="1"/>
          </p:cNvSpPr>
          <p:nvPr>
            <p:ph type="body" idx="4"/>
          </p:nvPr>
        </p:nvSpPr>
        <p:spPr bwMode="auto"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</a:defRPr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2" name="Google Shape;132;p36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4_Пользовательский макет" preserve="0" showMasterPhAnim="0" userDrawn="1">
  <p:cSld name="4_Пользовательский макет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" name="Google Shape;134;p37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5" name="Google Shape;135;p37"/>
          <p:cNvSpPr>
            <a:spLocks noGrp="1"/>
          </p:cNvSpPr>
          <p:nvPr>
            <p:ph type="pic" idx="2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  <a:noFill/>
          <a:ln>
            <a:noFill/>
          </a:ln>
        </p:spPr>
      </p:sp>
      <p:sp>
        <p:nvSpPr>
          <p:cNvPr id="136" name="Google Shape;136;p37"/>
          <p:cNvSpPr txBox="1">
            <a:spLocks noGrp="1"/>
          </p:cNvSpPr>
          <p:nvPr>
            <p:ph type="body" idx="1"/>
          </p:nvPr>
        </p:nvSpPr>
        <p:spPr bwMode="auto"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8_Пользовательский макет" preserve="0" showMasterPhAnim="0" userDrawn="1">
  <p:cSld name="8_Пользовательский макет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" name="Google Shape;138;p38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9" name="Google Shape;139;p38"/>
          <p:cNvSpPr txBox="1">
            <a:spLocks noGrp="1"/>
          </p:cNvSpPr>
          <p:nvPr>
            <p:ph type="body" idx="1"/>
          </p:nvPr>
        </p:nvSpPr>
        <p:spPr bwMode="auto"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2_Пользовательский макет" preserve="0" showMasterPhAnim="0" userDrawn="1">
  <p:cSld name="2_Пользовательский макет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Google Shape;141;p39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2" name="Google Shape;142;p39"/>
          <p:cNvSpPr txBox="1">
            <a:spLocks noGrp="1"/>
          </p:cNvSpPr>
          <p:nvPr>
            <p:ph type="body" idx="1"/>
          </p:nvPr>
        </p:nvSpPr>
        <p:spPr bwMode="auto">
          <a:xfrm>
            <a:off x="507999" y="1792286"/>
            <a:ext cx="3635830" cy="1573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3" name="Google Shape;143;p39"/>
          <p:cNvSpPr txBox="1">
            <a:spLocks noGrp="1"/>
          </p:cNvSpPr>
          <p:nvPr>
            <p:ph type="body" idx="2"/>
          </p:nvPr>
        </p:nvSpPr>
        <p:spPr bwMode="auto"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</a:defRPr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4" name="Google Shape;144;p39"/>
          <p:cNvSpPr txBox="1">
            <a:spLocks noGrp="1"/>
          </p:cNvSpPr>
          <p:nvPr>
            <p:ph type="body" idx="3"/>
          </p:nvPr>
        </p:nvSpPr>
        <p:spPr bwMode="auto">
          <a:xfrm>
            <a:off x="5000171" y="3011486"/>
            <a:ext cx="3635830" cy="1573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5" name="Google Shape;145;p39"/>
          <p:cNvSpPr txBox="1">
            <a:spLocks noGrp="1"/>
          </p:cNvSpPr>
          <p:nvPr>
            <p:ph type="body" idx="4"/>
          </p:nvPr>
        </p:nvSpPr>
        <p:spPr bwMode="auto"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</a:defRPr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5_Пользовательский макет" preserve="0" showMasterPhAnim="0" userDrawn="1">
  <p:cSld name="5_Пользовательский макет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" name="Google Shape;147;p40"/>
          <p:cNvSpPr>
            <a:spLocks noGrp="1"/>
          </p:cNvSpPr>
          <p:nvPr>
            <p:ph type="pic" idx="2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  <a:noFill/>
          <a:ln>
            <a:noFill/>
          </a:ln>
        </p:spPr>
      </p:sp>
      <p:sp>
        <p:nvSpPr>
          <p:cNvPr id="148" name="Google Shape;148;p40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9" name="Google Shape;149;p40"/>
          <p:cNvSpPr txBox="1">
            <a:spLocks noGrp="1"/>
          </p:cNvSpPr>
          <p:nvPr>
            <p:ph type="body" idx="1"/>
          </p:nvPr>
        </p:nvSpPr>
        <p:spPr bwMode="auto"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6_Custom Layout" preserve="0" showMasterPhAnim="0" userDrawn="1">
  <p:cSld name="6_Custom Layout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" name="Google Shape;151;p41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2" name="Google Shape;152;p41"/>
          <p:cNvSpPr txBox="1">
            <a:spLocks noGrp="1"/>
          </p:cNvSpPr>
          <p:nvPr>
            <p:ph type="body" idx="1"/>
          </p:nvPr>
        </p:nvSpPr>
        <p:spPr bwMode="auto">
          <a:xfrm>
            <a:off x="3102428" y="943208"/>
            <a:ext cx="5526315" cy="3875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3" name="Google Shape;153;p41"/>
          <p:cNvSpPr>
            <a:spLocks noGrp="1"/>
          </p:cNvSpPr>
          <p:nvPr>
            <p:ph type="pic" idx="2"/>
          </p:nvPr>
        </p:nvSpPr>
        <p:spPr bwMode="auto"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154" name="Google Shape;154;p41"/>
          <p:cNvSpPr>
            <a:spLocks noGrp="1"/>
          </p:cNvSpPr>
          <p:nvPr>
            <p:ph type="pic" idx="3"/>
          </p:nvPr>
        </p:nvSpPr>
        <p:spPr bwMode="auto"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9_Пользовательский макет" preserve="0" showMasterPhAnim="0" userDrawn="1">
  <p:cSld name="9_Пользовательский макет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" name="Google Shape;156;p42"/>
          <p:cNvSpPr txBox="1">
            <a:spLocks noGrp="1"/>
          </p:cNvSpPr>
          <p:nvPr>
            <p:ph type="body" idx="1"/>
          </p:nvPr>
        </p:nvSpPr>
        <p:spPr bwMode="auto">
          <a:xfrm>
            <a:off x="457201" y="1059322"/>
            <a:ext cx="3897086" cy="1734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7" name="Google Shape;157;p42"/>
          <p:cNvSpPr txBox="1">
            <a:spLocks noGrp="1"/>
          </p:cNvSpPr>
          <p:nvPr>
            <p:ph type="body" idx="2"/>
          </p:nvPr>
        </p:nvSpPr>
        <p:spPr bwMode="auto">
          <a:xfrm>
            <a:off x="457202" y="3105836"/>
            <a:ext cx="3897084" cy="1640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8" name="Google Shape;158;p42"/>
          <p:cNvSpPr txBox="1">
            <a:spLocks noGrp="1"/>
          </p:cNvSpPr>
          <p:nvPr>
            <p:ph type="body" idx="3"/>
          </p:nvPr>
        </p:nvSpPr>
        <p:spPr bwMode="auto">
          <a:xfrm>
            <a:off x="4789714" y="1059322"/>
            <a:ext cx="3632201" cy="3686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9" name="Google Shape;159;p42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4_Custom Layout" preserve="0" showMasterPhAnim="0" userDrawn="1">
  <p:cSld name="4_Custom Layout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" name="Google Shape;161;p43"/>
          <p:cNvSpPr txBox="1">
            <a:spLocks noGrp="1"/>
          </p:cNvSpPr>
          <p:nvPr>
            <p:ph type="body" idx="1"/>
          </p:nvPr>
        </p:nvSpPr>
        <p:spPr bwMode="auto">
          <a:xfrm>
            <a:off x="457201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2" name="Google Shape;162;p43"/>
          <p:cNvSpPr txBox="1">
            <a:spLocks noGrp="1"/>
          </p:cNvSpPr>
          <p:nvPr>
            <p:ph type="body" idx="2"/>
          </p:nvPr>
        </p:nvSpPr>
        <p:spPr bwMode="auto">
          <a:xfrm>
            <a:off x="320945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3" name="Google Shape;163;p43"/>
          <p:cNvSpPr txBox="1">
            <a:spLocks noGrp="1"/>
          </p:cNvSpPr>
          <p:nvPr>
            <p:ph type="body" idx="3"/>
          </p:nvPr>
        </p:nvSpPr>
        <p:spPr bwMode="auto">
          <a:xfrm>
            <a:off x="596980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4" name="Google Shape;164;p43"/>
          <p:cNvSpPr txBox="1">
            <a:spLocks noGrp="1"/>
          </p:cNvSpPr>
          <p:nvPr>
            <p:ph type="body" idx="4"/>
          </p:nvPr>
        </p:nvSpPr>
        <p:spPr bwMode="auto">
          <a:xfrm>
            <a:off x="457200" y="3287828"/>
            <a:ext cx="2588883" cy="1395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65" name="Google Shape;165;p43"/>
          <p:cNvSpPr txBox="1">
            <a:spLocks noGrp="1"/>
          </p:cNvSpPr>
          <p:nvPr>
            <p:ph type="body" idx="5"/>
          </p:nvPr>
        </p:nvSpPr>
        <p:spPr bwMode="auto">
          <a:xfrm>
            <a:off x="3207251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66" name="Google Shape;166;p43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7" name="Google Shape;167;p43"/>
          <p:cNvSpPr txBox="1">
            <a:spLocks noGrp="1"/>
          </p:cNvSpPr>
          <p:nvPr>
            <p:ph type="body" idx="6"/>
          </p:nvPr>
        </p:nvSpPr>
        <p:spPr bwMode="auto">
          <a:xfrm>
            <a:off x="5967600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68" name="Google Shape;168;p43"/>
          <p:cNvSpPr>
            <a:spLocks noGrp="1"/>
          </p:cNvSpPr>
          <p:nvPr>
            <p:ph type="pic" idx="7"/>
          </p:nvPr>
        </p:nvSpPr>
        <p:spPr bwMode="auto"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169" name="Google Shape;169;p43"/>
          <p:cNvSpPr>
            <a:spLocks noGrp="1"/>
          </p:cNvSpPr>
          <p:nvPr>
            <p:ph type="pic" idx="8"/>
          </p:nvPr>
        </p:nvSpPr>
        <p:spPr bwMode="auto"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  <a:noFill/>
          <a:ln>
            <a:noFill/>
          </a:ln>
        </p:spPr>
      </p:sp>
      <p:sp>
        <p:nvSpPr>
          <p:cNvPr id="170" name="Google Shape;170;p43"/>
          <p:cNvSpPr>
            <a:spLocks noGrp="1"/>
          </p:cNvSpPr>
          <p:nvPr>
            <p:ph type="pic" idx="9"/>
          </p:nvPr>
        </p:nvSpPr>
        <p:spPr bwMode="auto"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7_Custom Layout" preserve="0" showMasterPhAnim="0" userDrawn="1">
  <p:cSld name="7_Custom Layout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" name="Google Shape;172;p44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3" name="Google Shape;173;p44"/>
          <p:cNvSpPr txBox="1">
            <a:spLocks noGrp="1"/>
          </p:cNvSpPr>
          <p:nvPr>
            <p:ph type="body" idx="1"/>
          </p:nvPr>
        </p:nvSpPr>
        <p:spPr bwMode="auto">
          <a:xfrm>
            <a:off x="5733143" y="949329"/>
            <a:ext cx="2895600" cy="3895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4" name="Google Shape;174;p44"/>
          <p:cNvSpPr>
            <a:spLocks noGrp="1"/>
          </p:cNvSpPr>
          <p:nvPr>
            <p:ph type="pic" idx="2"/>
          </p:nvPr>
        </p:nvSpPr>
        <p:spPr bwMode="auto"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175" name="Google Shape;175;p44"/>
          <p:cNvSpPr>
            <a:spLocks noGrp="1"/>
          </p:cNvSpPr>
          <p:nvPr>
            <p:ph type="pic" idx="3"/>
          </p:nvPr>
        </p:nvSpPr>
        <p:spPr bwMode="auto">
          <a:xfrm>
            <a:off x="3095170" y="949328"/>
            <a:ext cx="2532744" cy="1883023"/>
          </a:xfrm>
          <a:prstGeom prst="roundRect">
            <a:avLst>
              <a:gd name="adj" fmla="val 11879"/>
            </a:avLst>
          </a:prstGeom>
          <a:noFill/>
          <a:ln>
            <a:noFill/>
          </a:ln>
        </p:spPr>
      </p:sp>
      <p:sp>
        <p:nvSpPr>
          <p:cNvPr id="176" name="Google Shape;176;p44"/>
          <p:cNvSpPr>
            <a:spLocks noGrp="1"/>
          </p:cNvSpPr>
          <p:nvPr>
            <p:ph type="pic" idx="4"/>
          </p:nvPr>
        </p:nvSpPr>
        <p:spPr bwMode="auto">
          <a:xfrm>
            <a:off x="3095170" y="2962031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177" name="Google Shape;177;p44"/>
          <p:cNvSpPr>
            <a:spLocks noGrp="1"/>
          </p:cNvSpPr>
          <p:nvPr>
            <p:ph type="pic" idx="5"/>
          </p:nvPr>
        </p:nvSpPr>
        <p:spPr bwMode="auto"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8_Custom Layout" preserve="0" showMasterPhAnim="0" userDrawn="1">
  <p:cSld name="8_Custom Layout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" name="Google Shape;179;p45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0" name="Google Shape;180;p45"/>
          <p:cNvSpPr txBox="1">
            <a:spLocks noGrp="1"/>
          </p:cNvSpPr>
          <p:nvPr>
            <p:ph type="body" idx="1"/>
          </p:nvPr>
        </p:nvSpPr>
        <p:spPr bwMode="auto">
          <a:xfrm>
            <a:off x="457201" y="963397"/>
            <a:ext cx="2532744" cy="1883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1" name="Google Shape;181;p45"/>
          <p:cNvSpPr>
            <a:spLocks noGrp="1"/>
          </p:cNvSpPr>
          <p:nvPr>
            <p:ph type="pic" idx="2"/>
          </p:nvPr>
        </p:nvSpPr>
        <p:spPr bwMode="auto">
          <a:xfrm>
            <a:off x="3095170" y="963397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182" name="Google Shape;182;p45"/>
          <p:cNvSpPr>
            <a:spLocks noGrp="1"/>
          </p:cNvSpPr>
          <p:nvPr>
            <p:ph type="pic" idx="3"/>
          </p:nvPr>
        </p:nvSpPr>
        <p:spPr bwMode="auto"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  <a:noFill/>
          <a:ln>
            <a:noFill/>
          </a:ln>
        </p:spPr>
      </p:sp>
      <p:sp>
        <p:nvSpPr>
          <p:cNvPr id="183" name="Google Shape;183;p45"/>
          <p:cNvSpPr>
            <a:spLocks noGrp="1"/>
          </p:cNvSpPr>
          <p:nvPr>
            <p:ph type="pic" idx="4"/>
          </p:nvPr>
        </p:nvSpPr>
        <p:spPr bwMode="auto"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  <a:noFill/>
          <a:ln>
            <a:noFill/>
          </a:ln>
        </p:spPr>
      </p:sp>
      <p:sp>
        <p:nvSpPr>
          <p:cNvPr id="184" name="Google Shape;184;p45"/>
          <p:cNvSpPr>
            <a:spLocks noGrp="1"/>
          </p:cNvSpPr>
          <p:nvPr>
            <p:ph type="pic" idx="5"/>
          </p:nvPr>
        </p:nvSpPr>
        <p:spPr bwMode="auto">
          <a:xfrm>
            <a:off x="3095170" y="2960314"/>
            <a:ext cx="2532744" cy="1883023"/>
          </a:xfrm>
          <a:prstGeom prst="roundRect">
            <a:avLst>
              <a:gd name="adj" fmla="val 8459"/>
            </a:avLst>
          </a:prstGeom>
          <a:noFill/>
          <a:ln>
            <a:noFill/>
          </a:ln>
        </p:spPr>
      </p:sp>
      <p:sp>
        <p:nvSpPr>
          <p:cNvPr id="185" name="Google Shape;185;p45"/>
          <p:cNvSpPr>
            <a:spLocks noGrp="1"/>
          </p:cNvSpPr>
          <p:nvPr>
            <p:ph type="pic" idx="6"/>
          </p:nvPr>
        </p:nvSpPr>
        <p:spPr bwMode="auto"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0_Custom Layout" preserve="0" showMasterPhAnim="0" userDrawn="1">
  <p:cSld name="10_Custom Layout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" name="Google Shape;187;p46"/>
          <p:cNvSpPr txBox="1">
            <a:spLocks noGrp="1"/>
          </p:cNvSpPr>
          <p:nvPr>
            <p:ph type="body" idx="1"/>
          </p:nvPr>
        </p:nvSpPr>
        <p:spPr bwMode="auto">
          <a:xfrm>
            <a:off x="457201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8" name="Google Shape;188;p46"/>
          <p:cNvSpPr txBox="1">
            <a:spLocks noGrp="1"/>
          </p:cNvSpPr>
          <p:nvPr>
            <p:ph type="body" idx="2"/>
          </p:nvPr>
        </p:nvSpPr>
        <p:spPr bwMode="auto">
          <a:xfrm>
            <a:off x="3275819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9" name="Google Shape;189;p46"/>
          <p:cNvSpPr txBox="1">
            <a:spLocks noGrp="1"/>
          </p:cNvSpPr>
          <p:nvPr>
            <p:ph type="body" idx="3"/>
          </p:nvPr>
        </p:nvSpPr>
        <p:spPr bwMode="auto">
          <a:xfrm>
            <a:off x="6085706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0" name="Google Shape;190;p46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1" name="Google Shape;191;p46"/>
          <p:cNvSpPr>
            <a:spLocks noGrp="1"/>
          </p:cNvSpPr>
          <p:nvPr>
            <p:ph type="pic" idx="4"/>
          </p:nvPr>
        </p:nvSpPr>
        <p:spPr bwMode="auto"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  <a:noFill/>
          <a:ln>
            <a:noFill/>
          </a:ln>
        </p:spPr>
      </p:sp>
      <p:sp>
        <p:nvSpPr>
          <p:cNvPr id="192" name="Google Shape;192;p46"/>
          <p:cNvSpPr>
            <a:spLocks noGrp="1"/>
          </p:cNvSpPr>
          <p:nvPr>
            <p:ph type="pic" idx="5"/>
          </p:nvPr>
        </p:nvSpPr>
        <p:spPr bwMode="auto"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  <a:noFill/>
          <a:ln>
            <a:noFill/>
          </a:ln>
        </p:spPr>
      </p:sp>
      <p:sp>
        <p:nvSpPr>
          <p:cNvPr id="193" name="Google Shape;193;p46"/>
          <p:cNvSpPr>
            <a:spLocks noGrp="1"/>
          </p:cNvSpPr>
          <p:nvPr>
            <p:ph type="pic" idx="6"/>
          </p:nvPr>
        </p:nvSpPr>
        <p:spPr bwMode="auto"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  <a:noFill/>
          <a:ln>
            <a:noFill/>
          </a:ln>
        </p:spPr>
      </p:sp>
      <p:sp>
        <p:nvSpPr>
          <p:cNvPr id="194" name="Google Shape;194;p46"/>
          <p:cNvSpPr txBox="1">
            <a:spLocks noGrp="1"/>
          </p:cNvSpPr>
          <p:nvPr>
            <p:ph type="body" idx="7"/>
          </p:nvPr>
        </p:nvSpPr>
        <p:spPr bwMode="auto">
          <a:xfrm>
            <a:off x="460351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5" name="Google Shape;195;p46"/>
          <p:cNvSpPr txBox="1">
            <a:spLocks noGrp="1"/>
          </p:cNvSpPr>
          <p:nvPr>
            <p:ph type="body" idx="8"/>
          </p:nvPr>
        </p:nvSpPr>
        <p:spPr bwMode="auto">
          <a:xfrm>
            <a:off x="3278970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6" name="Google Shape;196;p46"/>
          <p:cNvSpPr txBox="1">
            <a:spLocks noGrp="1"/>
          </p:cNvSpPr>
          <p:nvPr>
            <p:ph type="body" idx="9"/>
          </p:nvPr>
        </p:nvSpPr>
        <p:spPr bwMode="auto">
          <a:xfrm>
            <a:off x="6088857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7" name="Google Shape;197;p46"/>
          <p:cNvSpPr>
            <a:spLocks noGrp="1"/>
          </p:cNvSpPr>
          <p:nvPr>
            <p:ph type="pic" idx="13"/>
          </p:nvPr>
        </p:nvSpPr>
        <p:spPr bwMode="auto"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  <a:noFill/>
          <a:ln>
            <a:noFill/>
          </a:ln>
        </p:spPr>
      </p:sp>
      <p:sp>
        <p:nvSpPr>
          <p:cNvPr id="198" name="Google Shape;198;p46"/>
          <p:cNvSpPr>
            <a:spLocks noGrp="1"/>
          </p:cNvSpPr>
          <p:nvPr>
            <p:ph type="pic" idx="14"/>
          </p:nvPr>
        </p:nvSpPr>
        <p:spPr bwMode="auto"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  <a:noFill/>
          <a:ln>
            <a:noFill/>
          </a:ln>
        </p:spPr>
      </p:sp>
      <p:sp>
        <p:nvSpPr>
          <p:cNvPr id="199" name="Google Shape;199;p46"/>
          <p:cNvSpPr>
            <a:spLocks noGrp="1"/>
          </p:cNvSpPr>
          <p:nvPr>
            <p:ph type="pic" idx="15"/>
          </p:nvPr>
        </p:nvSpPr>
        <p:spPr bwMode="auto"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>
            <a:spLocks noGrp="1"/>
          </p:cNvSpPr>
          <p:nvPr>
            <p:ph type="title"/>
          </p:nvPr>
        </p:nvSpPr>
        <p:spPr bwMode="auto">
          <a:xfrm>
            <a:off x="457200" y="306434"/>
            <a:ext cx="8229600" cy="620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7;p24"/>
          <p:cNvSpPr txBox="1">
            <a:spLocks noGrp="1"/>
          </p:cNvSpPr>
          <p:nvPr>
            <p:ph type="body" idx="1"/>
          </p:nvPr>
        </p:nvSpPr>
        <p:spPr bwMode="auto">
          <a:xfrm>
            <a:off x="457200" y="1121912"/>
            <a:ext cx="8229600" cy="289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8;p24"/>
          <p:cNvSpPr txBox="1"/>
          <p:nvPr/>
        </p:nvSpPr>
        <p:spPr bwMode="auto"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Google Shape;9;p24"/>
          <p:cNvSpPr txBox="1"/>
          <p:nvPr/>
        </p:nvSpPr>
        <p:spPr bwMode="auto"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</p:sldLayoutIdLst>
  <p:hf dt="0" ftr="0" hdr="0" sldNum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1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" name="Google Shape;204;p1"/>
          <p:cNvSpPr txBox="1">
            <a:spLocks noGrp="1"/>
          </p:cNvSpPr>
          <p:nvPr>
            <p:ph type="title"/>
          </p:nvPr>
        </p:nvSpPr>
        <p:spPr bwMode="auto">
          <a:xfrm>
            <a:off x="1371600" y="2442525"/>
            <a:ext cx="6400800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  <a:defRPr/>
            </a:pPr>
            <a:r>
              <a:rPr lang="ru-RU" sz="4400">
                <a:solidFill>
                  <a:schemeClr val="lt1"/>
                </a:solidFill>
              </a:rPr>
              <a:t>Выражение наличия или отсутствия предмета</a:t>
            </a:r>
            <a:endParaRPr sz="440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" name="Google Shape;209;p59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20782" y="15490"/>
            <a:ext cx="8477250" cy="508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" name="Google Shape;214;p10"/>
          <p:cNvSpPr txBox="1">
            <a:spLocks noGrp="1"/>
          </p:cNvSpPr>
          <p:nvPr>
            <p:ph type="body" idx="1"/>
          </p:nvPr>
        </p:nvSpPr>
        <p:spPr bwMode="auto">
          <a:xfrm flipH="0" flipV="0">
            <a:off x="380048" y="1071562"/>
            <a:ext cx="8578800" cy="3573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t" anchorCtr="0">
            <a:normAutofit/>
          </a:bodyPr>
          <a:lstStyle/>
          <a:p>
            <a:pPr marL="342900" lvl="0" indent="-35099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9473"/>
              <a:buAutoNum type="arabicPeriod"/>
              <a:defRPr/>
            </a:pPr>
            <a:r>
              <a:rPr lang="ru-RU" sz="1600"/>
              <a:t>Когда повышается температура = при повышении температуры воды, она испаряется более активно.</a:t>
            </a:r>
            <a:endParaRPr lang="ru-RU" sz="1600"/>
          </a:p>
          <a:p>
            <a:pPr marL="342900" lvl="0" indent="-35099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9473"/>
              <a:buAutoNum type="arabicPeriod"/>
              <a:defRPr/>
            </a:pPr>
            <a:r>
              <a:rPr lang="ru-RU" sz="1600"/>
              <a:t>Когда </a:t>
            </a:r>
            <a:r>
              <a:rPr lang="ru-RU" sz="1600"/>
              <a:t>снижается цена =  при снижении цены люди более активно покупают товар. </a:t>
            </a:r>
            <a:endParaRPr lang="ru-RU" sz="1600"/>
          </a:p>
          <a:p>
            <a:pPr marL="342900" lvl="0" indent="-36274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defRPr/>
            </a:pPr>
            <a:r>
              <a:rPr lang="ru-RU" sz="1600"/>
              <a:t>Когда </a:t>
            </a:r>
            <a:r>
              <a:rPr lang="ru-RU" sz="1600"/>
              <a:t>вирус нарушает работу системы = при нарушении работы системы вирусом происходит потеря данных. </a:t>
            </a:r>
            <a:endParaRPr lang="ru-RU" sz="1600"/>
          </a:p>
          <a:p>
            <a:pPr marL="342900" lvl="0" indent="-36274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defRPr/>
            </a:pPr>
            <a:r>
              <a:rPr lang="ru-RU" sz="1600"/>
              <a:t>Когда </a:t>
            </a:r>
            <a:r>
              <a:rPr lang="ru-RU" sz="1600"/>
              <a:t>увеличивается объём информации = при увеличении объёма информации компьютер замедляет работу.  </a:t>
            </a:r>
            <a:endParaRPr lang="ru-RU" sz="1600"/>
          </a:p>
          <a:p>
            <a:pPr marL="342900" lvl="0" indent="-36274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defRPr/>
            </a:pPr>
            <a:r>
              <a:rPr lang="ru-RU" sz="1900"/>
              <a:t>Когда </a:t>
            </a:r>
            <a:r>
              <a:rPr lang="ru-RU" sz="1900"/>
              <a:t>скорость возрастает = при возрастании скорости время в пути уменьшается. </a:t>
            </a:r>
            <a:endParaRPr lang="ru-RU" sz="1900"/>
          </a:p>
          <a:p>
            <a:pPr marL="342900" lvl="0" indent="-36274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defRPr/>
            </a:pPr>
            <a:r>
              <a:rPr lang="ru-RU" sz="1900"/>
              <a:t>Когда </a:t>
            </a:r>
            <a:r>
              <a:rPr lang="ru-RU" sz="1900"/>
              <a:t>компьютер обрабатывает информацию </a:t>
            </a:r>
            <a:r>
              <a:rPr lang="ru-RU" sz="1900"/>
              <a:t>= при обработке информации компьютером происходит изменение системы.</a:t>
            </a:r>
            <a:endParaRPr sz="1900"/>
          </a:p>
          <a:p>
            <a:pPr marL="342900" lvl="0" indent="-36274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defRPr/>
            </a:pPr>
            <a:r>
              <a:rPr lang="ru-RU" sz="1900"/>
              <a:t>Когда решат проблему </a:t>
            </a:r>
            <a:r>
              <a:rPr lang="ru-RU" sz="1900"/>
              <a:t>= при решении проблемы произошла ошибка </a:t>
            </a:r>
            <a:endParaRPr sz="1900"/>
          </a:p>
        </p:txBody>
      </p:sp>
      <p:sp>
        <p:nvSpPr>
          <p:cNvPr id="215" name="Google Shape;215;p10"/>
          <p:cNvSpPr txBox="1">
            <a:spLocks noGrp="1"/>
          </p:cNvSpPr>
          <p:nvPr>
            <p:ph type="title"/>
          </p:nvPr>
        </p:nvSpPr>
        <p:spPr bwMode="auto">
          <a:xfrm>
            <a:off x="200891" y="148589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  <a:defRPr/>
            </a:pPr>
            <a:r>
              <a:rPr lang="ru-RU"/>
              <a:t>ПРИ + П6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0" name="Google Shape;220;p61"/>
          <p:cNvSpPr txBox="1">
            <a:spLocks noGrp="1"/>
          </p:cNvSpPr>
          <p:nvPr>
            <p:ph type="body" idx="1"/>
          </p:nvPr>
        </p:nvSpPr>
        <p:spPr bwMode="auto">
          <a:xfrm>
            <a:off x="90714" y="1233715"/>
            <a:ext cx="5270996" cy="3410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51435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  <a:defRPr/>
            </a:pPr>
            <a:r>
              <a:rPr lang="ru-RU" sz="2400"/>
              <a:t>Сопротивляться + п3 </a:t>
            </a:r>
            <a:endParaRPr/>
          </a:p>
          <a:p>
            <a:pPr marL="51435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  <a:defRPr/>
            </a:pPr>
            <a:r>
              <a:rPr lang="ru-RU" sz="2400"/>
              <a:t>Помогать + п3</a:t>
            </a:r>
            <a:endParaRPr/>
          </a:p>
          <a:p>
            <a:pPr marL="51435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  <a:defRPr/>
            </a:pPr>
            <a:r>
              <a:rPr lang="ru-RU" sz="2400"/>
              <a:t>Влиять + на + п4</a:t>
            </a:r>
            <a:endParaRPr/>
          </a:p>
          <a:p>
            <a:pPr marL="51435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  <a:defRPr/>
            </a:pPr>
            <a:r>
              <a:rPr lang="ru-RU" sz="2400"/>
              <a:t>Контролировать + п4</a:t>
            </a:r>
            <a:endParaRPr/>
          </a:p>
          <a:p>
            <a:pPr marL="51435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  <a:defRPr/>
            </a:pPr>
            <a:r>
              <a:rPr lang="ru-RU" sz="2400"/>
              <a:t>Анализировать + п4</a:t>
            </a:r>
            <a:endParaRPr/>
          </a:p>
          <a:p>
            <a:pPr marL="51435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  <a:defRPr/>
            </a:pPr>
            <a:r>
              <a:rPr lang="ru-RU" sz="2400"/>
              <a:t>Давить + на + п4</a:t>
            </a:r>
            <a:endParaRPr/>
          </a:p>
          <a:p>
            <a:pPr marL="51435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  <a:defRPr/>
            </a:pPr>
            <a:r>
              <a:rPr lang="ru-RU" sz="2400"/>
              <a:t>Тренироваться </a:t>
            </a:r>
            <a:endParaRPr/>
          </a:p>
          <a:p>
            <a:pPr marL="51435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  <a:defRPr/>
            </a:pPr>
            <a:r>
              <a:rPr lang="ru-RU" sz="2400"/>
              <a:t>Экспериментировать + с + п5</a:t>
            </a:r>
            <a:endParaRPr/>
          </a:p>
          <a:p>
            <a:pPr marL="51435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  <a:defRPr/>
            </a:pPr>
            <a:r>
              <a:rPr lang="ru-RU" sz="2400"/>
              <a:t>Обрабатывать + п4</a:t>
            </a:r>
            <a:endParaRPr/>
          </a:p>
          <a:p>
            <a:pPr marL="51435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  <a:defRPr/>
            </a:pPr>
            <a:r>
              <a:rPr lang="ru-RU" sz="2400"/>
              <a:t>Испытывать + п4</a:t>
            </a:r>
            <a:endParaRPr sz="2400"/>
          </a:p>
        </p:txBody>
      </p:sp>
      <p:sp>
        <p:nvSpPr>
          <p:cNvPr id="221" name="Google Shape;221;p61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Golos Text SemiBold"/>
              <a:buNone/>
              <a:defRPr/>
            </a:pPr>
            <a:endParaRPr/>
          </a:p>
        </p:txBody>
      </p:sp>
      <p:sp>
        <p:nvSpPr>
          <p:cNvPr id="222" name="Google Shape;222;p61"/>
          <p:cNvSpPr txBox="1"/>
          <p:nvPr/>
        </p:nvSpPr>
        <p:spPr bwMode="auto">
          <a:xfrm>
            <a:off x="4027023" y="1287179"/>
            <a:ext cx="245131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Оказывать сопротивление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3" name="Google Shape;223;p61"/>
          <p:cNvSpPr txBox="1"/>
          <p:nvPr/>
        </p:nvSpPr>
        <p:spPr bwMode="auto">
          <a:xfrm>
            <a:off x="2976207" y="1600860"/>
            <a:ext cx="179408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Оказывать помощь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4" name="Google Shape;224;p61"/>
          <p:cNvSpPr txBox="1"/>
          <p:nvPr/>
        </p:nvSpPr>
        <p:spPr bwMode="auto">
          <a:xfrm>
            <a:off x="3283527" y="1908638"/>
            <a:ext cx="183255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Оказывать влияние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5" name="Google Shape;225;p61"/>
          <p:cNvSpPr txBox="1"/>
          <p:nvPr/>
        </p:nvSpPr>
        <p:spPr bwMode="auto">
          <a:xfrm>
            <a:off x="3890424" y="2275784"/>
            <a:ext cx="219964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Осуществлять контроль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6" name="Google Shape;226;p61"/>
          <p:cNvSpPr txBox="1"/>
          <p:nvPr/>
        </p:nvSpPr>
        <p:spPr bwMode="auto">
          <a:xfrm>
            <a:off x="3764588" y="2631366"/>
            <a:ext cx="172354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Проводить анализ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7" name="Google Shape;227;p61"/>
          <p:cNvSpPr txBox="1"/>
          <p:nvPr/>
        </p:nvSpPr>
        <p:spPr bwMode="auto">
          <a:xfrm>
            <a:off x="3283527" y="2939143"/>
            <a:ext cx="193674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Оказывать давление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8" name="Google Shape;228;p61"/>
          <p:cNvSpPr txBox="1"/>
          <p:nvPr/>
        </p:nvSpPr>
        <p:spPr bwMode="auto">
          <a:xfrm>
            <a:off x="3158836" y="3213088"/>
            <a:ext cx="209384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Проводить тренировки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9" name="Google Shape;229;p61"/>
          <p:cNvSpPr txBox="1"/>
          <p:nvPr/>
        </p:nvSpPr>
        <p:spPr bwMode="auto">
          <a:xfrm>
            <a:off x="5116080" y="3613084"/>
            <a:ext cx="242887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Проводить эксперименты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0" name="Google Shape;230;p61"/>
          <p:cNvSpPr txBox="1"/>
          <p:nvPr/>
        </p:nvSpPr>
        <p:spPr bwMode="auto">
          <a:xfrm>
            <a:off x="3638752" y="4243592"/>
            <a:ext cx="229742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Осуществлять обработку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1" name="Google Shape;231;p61"/>
          <p:cNvSpPr txBox="1"/>
          <p:nvPr/>
        </p:nvSpPr>
        <p:spPr bwMode="auto">
          <a:xfrm>
            <a:off x="3516122" y="4711218"/>
            <a:ext cx="222048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Производить испытание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" name="Google Shape;236;g34a4f927d15_0_0"/>
          <p:cNvSpPr txBox="1">
            <a:spLocks noGrp="1"/>
          </p:cNvSpPr>
          <p:nvPr>
            <p:ph type="body" idx="1"/>
          </p:nvPr>
        </p:nvSpPr>
        <p:spPr bwMode="auto">
          <a:xfrm>
            <a:off x="544301" y="1224850"/>
            <a:ext cx="7961100" cy="3574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17500" algn="just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/>
              <a:buAutoNum type="arabicPeriod"/>
              <a:defRPr/>
            </a:pPr>
            <a:r>
              <a:rPr lang="ru-RU" sz="1400">
                <a:latin typeface="Arial"/>
                <a:ea typeface="Arial"/>
                <a:cs typeface="Arial"/>
              </a:rPr>
              <a:t>Благодаря своей форме самолёты оказывают сопротивление встречному ветру.</a:t>
            </a:r>
            <a:endParaRPr sz="1400">
              <a:latin typeface="Arial"/>
              <a:ea typeface="Arial"/>
              <a:cs typeface="Arial"/>
            </a:endParaRPr>
          </a:p>
          <a:p>
            <a:pPr marL="457200" lvl="0" indent="-317500" algn="just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  <a:defRPr/>
            </a:pPr>
            <a:r>
              <a:rPr lang="ru-RU" sz="1400">
                <a:latin typeface="Arial"/>
                <a:ea typeface="Arial"/>
                <a:cs typeface="Arial"/>
              </a:rPr>
              <a:t>Выхлопные газы транспорта оказывают негативное влияние на окружающую среду.</a:t>
            </a:r>
            <a:endParaRPr sz="1400">
              <a:latin typeface="Arial"/>
              <a:ea typeface="Arial"/>
              <a:cs typeface="Arial"/>
            </a:endParaRPr>
          </a:p>
          <a:p>
            <a:pPr marL="457200" lvl="0" indent="-317500" algn="just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  <a:defRPr/>
            </a:pPr>
            <a:r>
              <a:rPr lang="ru-RU" sz="1400">
                <a:latin typeface="Arial"/>
                <a:ea typeface="Arial"/>
                <a:cs typeface="Arial"/>
              </a:rPr>
              <a:t>Процессор осуществляет обработку данных.</a:t>
            </a:r>
            <a:endParaRPr sz="1400">
              <a:latin typeface="Arial"/>
              <a:ea typeface="Arial"/>
              <a:cs typeface="Arial"/>
            </a:endParaRPr>
          </a:p>
          <a:p>
            <a:pPr marL="457200" lvl="0" indent="-317500" algn="just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  <a:defRPr/>
            </a:pPr>
            <a:r>
              <a:rPr lang="ru-RU" sz="1400">
                <a:latin typeface="Arial"/>
                <a:ea typeface="Arial"/>
                <a:cs typeface="Arial"/>
              </a:rPr>
              <a:t>Учёные проводят анализ безопасности материалов, из которых производят детские игрушки.</a:t>
            </a:r>
            <a:endParaRPr sz="1400">
              <a:latin typeface="Arial"/>
              <a:ea typeface="Arial"/>
              <a:cs typeface="Arial"/>
            </a:endParaRPr>
          </a:p>
          <a:p>
            <a:pPr marL="457200" lvl="0" indent="-317500" algn="just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  <a:defRPr/>
            </a:pPr>
            <a:r>
              <a:rPr lang="ru-RU" sz="1400">
                <a:latin typeface="Arial"/>
                <a:ea typeface="Arial"/>
                <a:cs typeface="Arial"/>
              </a:rPr>
              <a:t>Организация осуществляет контроль состояния окружающей среды.</a:t>
            </a:r>
            <a:endParaRPr sz="1400">
              <a:latin typeface="Arial"/>
              <a:ea typeface="Arial"/>
              <a:cs typeface="Arial"/>
            </a:endParaRPr>
          </a:p>
          <a:p>
            <a:pPr marL="457200" lvl="0" indent="-317500" algn="just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  <a:defRPr/>
            </a:pPr>
            <a:r>
              <a:rPr lang="ru-RU" sz="1400">
                <a:latin typeface="Arial"/>
                <a:ea typeface="Arial"/>
                <a:cs typeface="Arial"/>
              </a:rPr>
              <a:t>Жители дома оказывают помощь новым жильцам с переездом.</a:t>
            </a:r>
            <a:endParaRPr sz="1400">
              <a:latin typeface="Arial"/>
              <a:ea typeface="Arial"/>
              <a:cs typeface="Arial"/>
            </a:endParaRPr>
          </a:p>
          <a:p>
            <a:pPr marL="457200" lvl="0" indent="-317500" algn="just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  <a:defRPr/>
            </a:pPr>
            <a:r>
              <a:rPr lang="ru-RU" sz="1400">
                <a:latin typeface="Arial"/>
                <a:ea typeface="Arial"/>
                <a:cs typeface="Arial"/>
              </a:rPr>
              <a:t>Врачи осуществляют контроль состояния больного.</a:t>
            </a:r>
            <a:endParaRPr sz="1400">
              <a:latin typeface="Arial"/>
              <a:ea typeface="Arial"/>
              <a:cs typeface="Arial"/>
            </a:endParaRPr>
          </a:p>
          <a:p>
            <a:pPr marL="457200" lvl="0" indent="-317500" algn="just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  <a:defRPr/>
            </a:pPr>
            <a:r>
              <a:rPr lang="ru-RU" sz="1400">
                <a:latin typeface="Arial"/>
                <a:ea typeface="Arial"/>
                <a:cs typeface="Arial"/>
              </a:rPr>
              <a:t>Лаборанты проводят эксперимент с новыми лекарствами.</a:t>
            </a:r>
            <a:endParaRPr sz="1400">
              <a:latin typeface="Arial"/>
              <a:ea typeface="Arial"/>
              <a:cs typeface="Arial"/>
            </a:endParaRPr>
          </a:p>
          <a:p>
            <a:pPr marL="457200" lvl="0" indent="-317500" algn="just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  <a:defRPr/>
            </a:pPr>
            <a:r>
              <a:rPr lang="ru-RU" sz="1400">
                <a:latin typeface="Arial"/>
                <a:ea typeface="Arial"/>
                <a:cs typeface="Arial"/>
              </a:rPr>
              <a:t>Вода оказывает давление на тела.</a:t>
            </a:r>
            <a:endParaRPr sz="1400">
              <a:latin typeface="Arial"/>
              <a:ea typeface="Arial"/>
              <a:cs typeface="Arial"/>
            </a:endParaRPr>
          </a:p>
          <a:p>
            <a:pPr marL="457200" lvl="0" indent="-317500" algn="just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  <a:defRPr/>
            </a:pPr>
            <a:r>
              <a:rPr lang="ru-RU" sz="1400">
                <a:latin typeface="Arial"/>
                <a:ea typeface="Arial"/>
                <a:cs typeface="Arial"/>
              </a:rPr>
              <a:t>Устройство осуществляет обработку данных.</a:t>
            </a:r>
            <a:endParaRPr sz="1400">
              <a:latin typeface="Arial"/>
              <a:ea typeface="Arial"/>
              <a:cs typeface="Arial"/>
            </a:endParaRPr>
          </a:p>
          <a:p>
            <a:pPr marL="45720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endParaRPr sz="1200">
              <a:latin typeface="Arial"/>
              <a:ea typeface="Arial"/>
              <a:cs typeface="Arial"/>
            </a:endParaRPr>
          </a:p>
          <a:p>
            <a:pPr marL="0" lvl="0" indent="0" algn="l">
              <a:spcBef>
                <a:spcPts val="120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37" name="Google Shape;237;g34a4f927d15_0_0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400" cy="52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2" name="Google Shape;242;p11"/>
          <p:cNvSpPr txBox="1">
            <a:spLocks noGrp="1"/>
          </p:cNvSpPr>
          <p:nvPr>
            <p:ph type="body" idx="1"/>
          </p:nvPr>
        </p:nvSpPr>
        <p:spPr bwMode="auto"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pPr>
            <a:r>
              <a:rPr lang="ru-RU" sz="2800"/>
              <a:t>Есть что – Наличие чего</a:t>
            </a: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pPr>
            <a:endParaRPr sz="28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pPr>
            <a:r>
              <a:rPr lang="ru-RU" sz="2800"/>
              <a:t>В городе есть умные пешеходные переходы – </a:t>
            </a:r>
            <a:endParaRPr sz="2800"/>
          </a:p>
        </p:txBody>
      </p:sp>
      <p:sp>
        <p:nvSpPr>
          <p:cNvPr id="243" name="Google Shape;243;p11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  <a:defRPr/>
            </a:pPr>
            <a:r>
              <a:rPr lang="ru-RU"/>
              <a:t>Неодушевленный объект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8" name="Google Shape;248;p12"/>
          <p:cNvSpPr txBox="1">
            <a:spLocks noGrp="1"/>
          </p:cNvSpPr>
          <p:nvPr>
            <p:ph type="body" idx="1"/>
          </p:nvPr>
        </p:nvSpPr>
        <p:spPr bwMode="auto"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pPr>
            <a:r>
              <a:rPr lang="ru-RU" sz="2000"/>
              <a:t>Есть кто – присутствие кого</a:t>
            </a:r>
            <a:endParaRPr sz="2000"/>
          </a:p>
        </p:txBody>
      </p:sp>
      <p:sp>
        <p:nvSpPr>
          <p:cNvPr id="249" name="Google Shape;249;p12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  <a:defRPr/>
            </a:pPr>
            <a:r>
              <a:rPr lang="ru-RU"/>
              <a:t>Одушевлённый объект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4" name="Google Shape;254;p13"/>
          <p:cNvSpPr txBox="1">
            <a:spLocks noGrp="1"/>
          </p:cNvSpPr>
          <p:nvPr>
            <p:ph type="body" idx="1"/>
          </p:nvPr>
        </p:nvSpPr>
        <p:spPr bwMode="auto">
          <a:xfrm>
            <a:off x="629863" y="1233715"/>
            <a:ext cx="7170000" cy="34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/>
            </a:pPr>
            <a:r>
              <a:rPr lang="ru-RU" sz="2400">
                <a:solidFill>
                  <a:schemeClr val="accent1"/>
                </a:solidFill>
              </a:rPr>
              <a:t>Где</a:t>
            </a:r>
            <a:r>
              <a:rPr lang="ru-RU" sz="2400"/>
              <a:t> (П6) + присутствовать + </a:t>
            </a:r>
            <a:r>
              <a:rPr lang="ru-RU" sz="2400">
                <a:solidFill>
                  <a:srgbClr val="7030A0"/>
                </a:solidFill>
              </a:rPr>
              <a:t>кто</a:t>
            </a:r>
            <a:r>
              <a:rPr lang="ru-RU" sz="2400"/>
              <a:t> (П1).</a:t>
            </a: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pPr>
            <a:endParaRPr sz="24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/>
            </a:pPr>
            <a:r>
              <a:rPr lang="ru-RU" sz="2400">
                <a:solidFill>
                  <a:schemeClr val="accent1"/>
                </a:solidFill>
              </a:rPr>
              <a:t>На встрече </a:t>
            </a:r>
            <a:r>
              <a:rPr lang="ru-RU" sz="2400"/>
              <a:t>присутствовали </a:t>
            </a:r>
            <a:r>
              <a:rPr lang="ru-RU" sz="2400">
                <a:solidFill>
                  <a:srgbClr val="7030A0"/>
                </a:solidFill>
              </a:rPr>
              <a:t>представители</a:t>
            </a:r>
            <a:r>
              <a:rPr lang="ru-RU" sz="2400"/>
              <a:t> двух компаний. </a:t>
            </a: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pPr>
            <a:endParaRPr sz="24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pPr>
            <a:r>
              <a:rPr lang="ru-RU" sz="2400"/>
              <a:t>Собрание / инженеры и менеджеры. = На собрании присутствуют инженеры и менеджеры.</a:t>
            </a:r>
            <a:endParaRPr sz="2400"/>
          </a:p>
        </p:txBody>
      </p:sp>
      <p:sp>
        <p:nvSpPr>
          <p:cNvPr id="255" name="Google Shape;255;p13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  <a:defRPr/>
            </a:pPr>
            <a:r>
              <a:rPr lang="ru-RU"/>
              <a:t>Присутствие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0" name="Google Shape;260;p14"/>
          <p:cNvSpPr txBox="1">
            <a:spLocks noGrp="1"/>
          </p:cNvSpPr>
          <p:nvPr>
            <p:ph type="body" idx="1"/>
          </p:nvPr>
        </p:nvSpPr>
        <p:spPr bwMode="auto"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pPr>
            <a:r>
              <a:rPr lang="ru-RU" sz="2000"/>
              <a:t>Где + быть (есть в настоящем времени) + что (п1).</a:t>
            </a: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pPr>
            <a:endParaRPr sz="20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pPr>
            <a:r>
              <a:rPr lang="ru-RU" sz="2000"/>
              <a:t>В воде есть кальций и магний.</a:t>
            </a: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pPr>
            <a:r>
              <a:rPr lang="ru-RU" sz="2000"/>
              <a:t>Вчера в Москве была первая гроза.</a:t>
            </a: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pPr>
            <a:r>
              <a:rPr lang="ru-RU" sz="2000"/>
              <a:t>В конце недели будут дожди.</a:t>
            </a: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pPr>
            <a:endParaRPr sz="20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pPr>
            <a:endParaRPr sz="20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pPr>
            <a:r>
              <a:rPr lang="ru-RU" sz="2000"/>
              <a:t>Земля / реки / озёра / моря. = На Земле есть реки, озёра, моря. </a:t>
            </a:r>
            <a:endParaRPr sz="2000"/>
          </a:p>
        </p:txBody>
      </p:sp>
      <p:sp>
        <p:nvSpPr>
          <p:cNvPr id="261" name="Google Shape;261;p14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  <a:defRPr/>
            </a:pPr>
            <a:r>
              <a:rPr lang="ru-RU"/>
              <a:t>Неживой объект. Глагол «быть».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6" name="Google Shape;266;p15"/>
          <p:cNvSpPr txBox="1">
            <a:spLocks noGrp="1"/>
          </p:cNvSpPr>
          <p:nvPr>
            <p:ph type="body" idx="1"/>
          </p:nvPr>
        </p:nvSpPr>
        <p:spPr bwMode="auto"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pPr>
            <a:r>
              <a:rPr lang="ru-RU" sz="1800"/>
              <a:t>Где + существовать + что.</a:t>
            </a: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pPr>
            <a:endParaRPr sz="18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pPr>
            <a:r>
              <a:rPr lang="ru-RU" sz="1800"/>
              <a:t>Существуют различные виды приложений.</a:t>
            </a:r>
            <a:endParaRPr sz="18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pPr>
            <a:r>
              <a:rPr lang="ru-RU" sz="1800"/>
              <a:t>В мире существует большое количество компьютерных вирусов. </a:t>
            </a: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pPr>
            <a:endParaRPr sz="18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pPr>
            <a:endParaRPr sz="18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pPr>
            <a:endParaRPr sz="18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pPr>
            <a:r>
              <a:rPr lang="ru-RU" sz="1800"/>
              <a:t>Природа / твёрдые вещества / жидкие вещества и газообразные.  </a:t>
            </a:r>
            <a:endParaRPr sz="1800"/>
          </a:p>
        </p:txBody>
      </p:sp>
      <p:sp>
        <p:nvSpPr>
          <p:cNvPr id="267" name="Google Shape;267;p15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  <a:defRPr/>
            </a:pPr>
            <a:r>
              <a:rPr lang="ru-RU"/>
              <a:t>Неживой объект. Глагол «существовать»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2" name="Google Shape;272;p16"/>
          <p:cNvSpPr txBox="1">
            <a:spLocks noGrp="1"/>
          </p:cNvSpPr>
          <p:nvPr>
            <p:ph type="body" idx="1"/>
          </p:nvPr>
        </p:nvSpPr>
        <p:spPr bwMode="auto"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pPr>
            <a:r>
              <a:rPr lang="ru-RU" sz="2000"/>
              <a:t>Где + находиться + что</a:t>
            </a: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pPr>
            <a:endParaRPr sz="20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pPr>
            <a:r>
              <a:rPr lang="ru-RU" sz="2000"/>
              <a:t>В системном блоке находятся внутренние устройства компьютера.</a:t>
            </a:r>
            <a:endParaRPr sz="20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pPr>
            <a:endParaRPr sz="20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pPr>
            <a:endParaRPr sz="20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pPr>
            <a:endParaRPr sz="20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pPr>
            <a:r>
              <a:rPr lang="ru-RU" sz="2000"/>
              <a:t>Университет  / находиться / международный отдел.</a:t>
            </a:r>
            <a:endParaRPr sz="2000"/>
          </a:p>
        </p:txBody>
      </p:sp>
      <p:sp>
        <p:nvSpPr>
          <p:cNvPr id="273" name="Google Shape;273;p16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  <a:defRPr/>
            </a:pPr>
            <a:r>
              <a:rPr lang="ru-RU"/>
              <a:t>Неживой объект. Глагол «находиться»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8" name="Google Shape;278;p17"/>
          <p:cNvSpPr txBox="1">
            <a:spLocks noGrp="1"/>
          </p:cNvSpPr>
          <p:nvPr>
            <p:ph type="body" idx="1"/>
          </p:nvPr>
        </p:nvSpPr>
        <p:spPr bwMode="auto"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pPr>
            <a:r>
              <a:rPr lang="ru-RU"/>
              <a:t>Где + иметься + что.</a:t>
            </a: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pP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pPr>
            <a:r>
              <a:rPr lang="ru-RU" sz="2000"/>
              <a:t>В коде имеется ошибка</a:t>
            </a:r>
            <a:r>
              <a:rPr lang="ru-RU"/>
              <a:t>.</a:t>
            </a: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pP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pP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pPr>
            <a:r>
              <a:rPr lang="ru-RU"/>
              <a:t>Конструкция / иметься / причастия.</a:t>
            </a: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pPr>
            <a:endParaRPr/>
          </a:p>
        </p:txBody>
      </p:sp>
      <p:sp>
        <p:nvSpPr>
          <p:cNvPr id="279" name="Google Shape;279;p17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  <a:defRPr/>
            </a:pPr>
            <a:r>
              <a:rPr lang="ru-RU"/>
              <a:t>Неживой объект. Глагол «иметься»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4" name="Google Shape;284;p18"/>
          <p:cNvSpPr txBox="1">
            <a:spLocks noGrp="1"/>
          </p:cNvSpPr>
          <p:nvPr>
            <p:ph type="body" idx="1"/>
          </p:nvPr>
        </p:nvSpPr>
        <p:spPr bwMode="auto"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pPr>
            <a:r>
              <a:rPr lang="ru-RU"/>
              <a:t>Где + содержаться + что.</a:t>
            </a: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pP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pPr>
            <a:r>
              <a:rPr lang="ru-RU"/>
              <a:t>В молекуле воды содержится два атома водорода и один атом кислорода. </a:t>
            </a: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pP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pPr>
            <a:r>
              <a:rPr lang="ru-RU"/>
              <a:t>Цитрусы / витамин С.</a:t>
            </a:r>
            <a:endParaRPr/>
          </a:p>
        </p:txBody>
      </p:sp>
      <p:sp>
        <p:nvSpPr>
          <p:cNvPr id="285" name="Google Shape;285;p18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  <a:defRPr/>
            </a:pPr>
            <a:r>
              <a:rPr lang="ru-RU"/>
              <a:t>Неживой объект. Глагол «содержаться»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0" name="Google Shape;290;p19"/>
          <p:cNvSpPr txBox="1">
            <a:spLocks noGrp="1"/>
          </p:cNvSpPr>
          <p:nvPr>
            <p:ph type="body" idx="1"/>
          </p:nvPr>
        </p:nvSpPr>
        <p:spPr bwMode="auto"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pPr>
            <a:r>
              <a:rPr lang="ru-RU"/>
              <a:t>Где + насчитываться + что.</a:t>
            </a: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pP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pPr>
            <a:r>
              <a:rPr lang="ru-RU"/>
              <a:t>В Петербурге насчитывается около 500 музеев.</a:t>
            </a: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pP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pPr>
            <a:r>
              <a:rPr lang="ru-RU"/>
              <a:t>Мир / 200 стран.</a:t>
            </a:r>
            <a:endParaRPr/>
          </a:p>
        </p:txBody>
      </p:sp>
      <p:sp>
        <p:nvSpPr>
          <p:cNvPr id="291" name="Google Shape;291;p19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  <a:defRPr/>
            </a:pPr>
            <a:r>
              <a:rPr lang="ru-RU"/>
              <a:t>Неживой объект. Глагол «насчитываться»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6" name="Google Shape;296;p20"/>
          <p:cNvSpPr txBox="1">
            <a:spLocks noGrp="1"/>
          </p:cNvSpPr>
          <p:nvPr>
            <p:ph type="body" idx="1"/>
          </p:nvPr>
        </p:nvSpPr>
        <p:spPr bwMode="auto"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pPr>
            <a:r>
              <a:rPr lang="ru-RU"/>
              <a:t>Где + наблюдаться + что.</a:t>
            </a: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pP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pPr>
            <a:r>
              <a:rPr lang="ru-RU"/>
              <a:t>В Петербурге наблюдается повышение температуры воздуха. </a:t>
            </a: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pP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pPr>
            <a:r>
              <a:rPr lang="ru-RU"/>
              <a:t>Состояние больного / положительная динамика.</a:t>
            </a:r>
            <a:endParaRPr/>
          </a:p>
        </p:txBody>
      </p:sp>
      <p:sp>
        <p:nvSpPr>
          <p:cNvPr id="297" name="Google Shape;297;p20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  <a:defRPr/>
            </a:pPr>
            <a:r>
              <a:rPr lang="ru-RU"/>
              <a:t>Неживой объект. Глагол «наблюдаться»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2" name="Google Shape;302;p21"/>
          <p:cNvSpPr txBox="1">
            <a:spLocks noGrp="1"/>
          </p:cNvSpPr>
          <p:nvPr>
            <p:ph type="body" idx="1"/>
          </p:nvPr>
        </p:nvSpPr>
        <p:spPr bwMode="auto"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pPr>
            <a:r>
              <a:rPr lang="ru-RU"/>
              <a:t>Где + встречаться + что.</a:t>
            </a: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pP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pPr>
            <a:r>
              <a:rPr lang="ru-RU"/>
              <a:t>В Австралии встречаются необычные животные. </a:t>
            </a: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pP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pPr>
            <a:r>
              <a:rPr lang="ru-RU"/>
              <a:t>Работа компьютера / ошибки. </a:t>
            </a:r>
            <a:endParaRPr/>
          </a:p>
        </p:txBody>
      </p:sp>
      <p:sp>
        <p:nvSpPr>
          <p:cNvPr id="303" name="Google Shape;303;p21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  <a:defRPr/>
            </a:pPr>
            <a:r>
              <a:rPr lang="ru-RU"/>
              <a:t>Неживой объект. Глагол «встречаться»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8" name="Google Shape;308;p22"/>
          <p:cNvSpPr txBox="1">
            <a:spLocks noGrp="1"/>
          </p:cNvSpPr>
          <p:nvPr>
            <p:ph type="body" idx="1"/>
          </p:nvPr>
        </p:nvSpPr>
        <p:spPr bwMode="auto">
          <a:xfrm>
            <a:off x="612613" y="1233715"/>
            <a:ext cx="7170000" cy="34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pPr>
            <a:r>
              <a:rPr lang="ru-RU"/>
              <a:t>Где + обитать + кто.</a:t>
            </a: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pP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pPr>
            <a:r>
              <a:rPr lang="ru-RU"/>
              <a:t>В лесах России обитают медведи. </a:t>
            </a: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pPr>
            <a:r>
              <a:rPr lang="ru-RU"/>
              <a:t>Компьютерные вирусы обитают в загрузочном секторе.</a:t>
            </a:r>
            <a:endParaRPr/>
          </a:p>
        </p:txBody>
      </p:sp>
      <p:sp>
        <p:nvSpPr>
          <p:cNvPr id="309" name="Google Shape;309;p22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  <a:defRPr/>
            </a:pPr>
            <a:r>
              <a:rPr lang="ru-RU"/>
              <a:t>Живое существо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4" name="Google Shape;314;p23"/>
          <p:cNvSpPr txBox="1">
            <a:spLocks noGrp="1"/>
          </p:cNvSpPr>
          <p:nvPr>
            <p:ph type="title"/>
          </p:nvPr>
        </p:nvSpPr>
        <p:spPr bwMode="auto">
          <a:xfrm>
            <a:off x="457200" y="1801813"/>
            <a:ext cx="8229600" cy="620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  <a:defRPr/>
            </a:pPr>
            <a:r>
              <a:rPr lang="ru-RU" sz="4400"/>
              <a:t>Спасибо</a:t>
            </a:r>
            <a:br>
              <a:rPr lang="ru-RU" sz="4400"/>
            </a:br>
            <a:r>
              <a:rPr lang="ru-RU" sz="4400"/>
              <a:t>за внимание!</a:t>
            </a:r>
            <a:endParaRPr sz="4400"/>
          </a:p>
        </p:txBody>
      </p:sp>
      <p:sp>
        <p:nvSpPr>
          <p:cNvPr id="315" name="Google Shape;315;p23"/>
          <p:cNvSpPr txBox="1"/>
          <p:nvPr/>
        </p:nvSpPr>
        <p:spPr bwMode="auto">
          <a:xfrm>
            <a:off x="6649035" y="4468762"/>
            <a:ext cx="21457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r>
              <a:rPr lang="ru-RU"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</a:rPr>
              <a:t>oakolegova@itmo.ru</a:t>
            </a:r>
            <a:endParaRPr sz="1800" b="0" i="0" u="none" strike="noStrike" cap="none">
              <a:solidFill>
                <a:schemeClr val="lt2"/>
              </a:solidFill>
              <a:latin typeface="Golos Text"/>
              <a:ea typeface="Golos Text"/>
              <a:cs typeface="Golos Tex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R7-Office/2024.1.1.375</Application>
  <DocSecurity>0</DocSecurity>
  <PresentationFormat>Экран (16:9)</PresentationFormat>
  <Paragraphs>0</Paragraphs>
  <Slides>18</Slides>
  <Notes>18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Выражение наличия или отсутствия предмета</dc:title>
  <dc:subject/>
  <dc:creator>Al</dc:creator>
  <cp:keywords/>
  <dc:description/>
  <dc:identifier/>
  <dc:language/>
  <cp:lastModifiedBy>Оксана Колегова</cp:lastModifiedBy>
  <cp:revision>2</cp:revision>
  <dcterms:created xsi:type="dcterms:W3CDTF">2014-06-27T12:30:22Z</dcterms:created>
  <dcterms:modified xsi:type="dcterms:W3CDTF">2025-04-22T11:09:38Z</dcterms:modified>
  <cp:category/>
  <cp:contentStatus/>
  <cp:version/>
</cp:coreProperties>
</file>
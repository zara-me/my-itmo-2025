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0" d="100"/>
          <a:sy n="110" d="100"/>
        </p:scale>
        <p:origin x="682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Конструкции характеристики объекта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59273" y="73169"/>
            <a:ext cx="4531382" cy="343124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9273" y="3504412"/>
            <a:ext cx="4531382" cy="12064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5555673" y="2098964"/>
            <a:ext cx="2623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Устойчивая конструкция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 flipH="0" flipV="0">
            <a:off x="457200" y="945242"/>
            <a:ext cx="8436768" cy="4031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342900" indent="-342900">
              <a:buAutoNum type="arabicPeriod"/>
              <a:defRPr/>
            </a:pPr>
            <a:r>
              <a:rPr lang="ru-RU" sz="1800"/>
              <a:t>данное устройство отличается </a:t>
            </a:r>
            <a:r>
              <a:rPr lang="ru-RU" sz="1800" b="1"/>
              <a:t>простотой </a:t>
            </a:r>
            <a:r>
              <a:rPr lang="ru-RU" sz="1800"/>
              <a:t>(простота) использования.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/>
              <a:t>Для движения (движение) характерна прямолинейность.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/>
              <a:t>Рисунок обладает чёткостью.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/>
              <a:t>Этому минералу свойственна твёрдость.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/>
              <a:t>Хорошего программиста отличает умение работать в команде.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/>
              <a:t>Для воды(вода) характерно изменение агрегатного состояния при температуре 0 градусов и 100 градусов.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/>
              <a:t>Глине (Глина) свойственна (пластичность) во влажном виде и (прочность) в сухом виде. </a:t>
            </a:r>
            <a:endParaRPr/>
          </a:p>
          <a:p>
            <a:pPr marL="342900" indent="-342900">
              <a:buAutoNum type="arabicPeriod"/>
              <a:defRPr/>
            </a:pPr>
            <a:endParaRPr lang="ru-RU" sz="1800"/>
          </a:p>
          <a:p>
            <a:pPr marL="342900" indent="-342900">
              <a:buAutoNum type="arabicPeriod"/>
              <a:defRPr/>
            </a:pPr>
            <a:endParaRPr lang="ru-RU" sz="1800"/>
          </a:p>
          <a:p>
            <a:pPr marL="342900" indent="-342900">
              <a:buAutoNum type="arabicPeriod"/>
              <a:defRPr/>
            </a:pPr>
            <a:endParaRPr lang="ru-RU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1600"/>
              <a:t>8. Талантливый руководитель обладает широким кругозором.</a:t>
            </a:r>
            <a:endParaRPr/>
          </a:p>
          <a:p>
            <a:pPr>
              <a:defRPr/>
            </a:pPr>
            <a:r>
              <a:rPr lang="ru-RU" sz="1600"/>
              <a:t>9. Для этого этот продукта характерен кислый вкус. </a:t>
            </a:r>
            <a:endParaRPr/>
          </a:p>
          <a:p>
            <a:pPr>
              <a:defRPr/>
            </a:pPr>
            <a:r>
              <a:rPr lang="ru-RU" sz="1600"/>
              <a:t>10. ______________ (Собаки) обладают ______________(хорошим обонянием).</a:t>
            </a:r>
            <a:endParaRPr/>
          </a:p>
          <a:p>
            <a:pPr>
              <a:defRPr/>
            </a:pPr>
            <a:r>
              <a:rPr lang="ru-RU" sz="1600"/>
              <a:t>11. ______________(Достоверную информацию) характеризует наличие источников. </a:t>
            </a:r>
            <a:endParaRPr/>
          </a:p>
          <a:p>
            <a:pPr>
              <a:defRPr/>
            </a:pPr>
            <a:r>
              <a:rPr lang="ru-RU" sz="1600"/>
              <a:t>12. Старинной керамике присуща дороговизна.</a:t>
            </a:r>
            <a:endParaRPr lang="ru-RU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Робот-пылесос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algn="just">
              <a:defRPr/>
            </a:pPr>
            <a:r>
              <a:rPr lang="ru-RU">
                <a:solidFill>
                  <a:schemeClr val="accent1"/>
                </a:solidFill>
              </a:rPr>
              <a:t>Робот-пылесос представляет собой устройство (устройство) для уборки (убирать) дома – для того, чтобы убирать дом.</a:t>
            </a:r>
            <a:r>
              <a:rPr lang="ru-RU"/>
              <a:t> Данное устройство характеризуется лёгкостью управления, компактностью, низким уровнем шума.  Устройство может использоваться для сухой уборки и влажной уборки. Робот-пылесос безопасен (безопасный), не причинит вред вашей мебели (ваша мебель). </a:t>
            </a:r>
            <a:r>
              <a:rPr lang="ru-RU"/>
              <a:t> </a:t>
            </a:r>
            <a:r>
              <a:rPr lang="ru-RU"/>
              <a:t>Управляемый с помощью смартфона робот-пылесос станет прекрасным дополнением системы / к системе (система «Умный дом»). Сэкономленное на уборке время вы сможете провести с вашей семьей. 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37879" y="3149826"/>
            <a:ext cx="17145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Ноутбук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Ноутбук</a:t>
            </a:r>
            <a:r>
              <a:rPr/>
              <a:t> </a:t>
            </a:r>
            <a:r>
              <a:rPr/>
              <a:t>представляет</a:t>
            </a:r>
            <a:r>
              <a:rPr/>
              <a:t> </a:t>
            </a:r>
            <a:r>
              <a:rPr/>
              <a:t>собой</a:t>
            </a:r>
            <a:r>
              <a:rPr/>
              <a:t>  </a:t>
            </a:r>
            <a:r>
              <a:rPr/>
              <a:t>устройство</a:t>
            </a:r>
            <a:r>
              <a:rPr/>
              <a:t> </a:t>
            </a:r>
            <a:r>
              <a:rPr/>
              <a:t>для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. </a:t>
            </a:r>
            <a:r>
              <a:rPr/>
              <a:t>Ноутбук</a:t>
            </a:r>
            <a:r>
              <a:rPr/>
              <a:t> </a:t>
            </a:r>
            <a:r>
              <a:rPr/>
              <a:t>отличается</a:t>
            </a:r>
            <a:r>
              <a:rPr/>
              <a:t> </a:t>
            </a:r>
            <a:r>
              <a:rPr lang="ru-RU"/>
              <a:t>________,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 </a:t>
            </a:r>
            <a:r>
              <a:rPr/>
              <a:t>и </a:t>
            </a:r>
            <a:r>
              <a:rPr lang="ru-RU"/>
              <a:t>________. Его</a:t>
            </a:r>
            <a:r>
              <a:rPr/>
              <a:t> </a:t>
            </a:r>
            <a:r>
              <a:rPr/>
              <a:t>можно</a:t>
            </a:r>
            <a:r>
              <a:rPr/>
              <a:t> </a:t>
            </a:r>
            <a:r>
              <a:rPr/>
              <a:t>легко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. </a:t>
            </a:r>
            <a:r>
              <a:rPr/>
              <a:t>Ноутбук</a:t>
            </a:r>
            <a:r>
              <a:rPr/>
              <a:t> </a:t>
            </a:r>
            <a:r>
              <a:rPr/>
              <a:t>можно</a:t>
            </a:r>
            <a:r>
              <a:rPr/>
              <a:t> </a:t>
            </a:r>
            <a:r>
              <a:rPr/>
              <a:t>использовать</a:t>
            </a:r>
            <a:r>
              <a:rPr/>
              <a:t> </a:t>
            </a:r>
            <a:r>
              <a:rPr/>
              <a:t>для</a:t>
            </a:r>
            <a:r>
              <a:rPr/>
              <a:t> </a:t>
            </a:r>
            <a:r>
              <a:rPr lang="ru-RU"/>
              <a:t>_______. Экран </a:t>
            </a:r>
            <a:r>
              <a:rPr/>
              <a:t>ноутбука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.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/>
              <a:t>________,</a:t>
            </a:r>
            <a:r>
              <a:rPr/>
              <a:t> </a:t>
            </a:r>
            <a:r>
              <a:rPr/>
              <a:t>процессор</a:t>
            </a:r>
            <a:r>
              <a:rPr/>
              <a:t> </a:t>
            </a:r>
            <a:r>
              <a:rPr/>
              <a:t>позволяет</a:t>
            </a:r>
            <a:r>
              <a:rPr/>
              <a:t> </a:t>
            </a:r>
            <a:r>
              <a:rPr/>
              <a:t>работать</a:t>
            </a:r>
            <a:r>
              <a:rPr/>
              <a:t> с </a:t>
            </a:r>
            <a:r>
              <a:rPr/>
              <a:t>различными</a:t>
            </a:r>
            <a:r>
              <a:rPr/>
              <a:t> </a:t>
            </a:r>
            <a:r>
              <a:rPr/>
              <a:t>программами</a:t>
            </a:r>
            <a:r>
              <a:rPr/>
              <a:t> и </a:t>
            </a:r>
            <a:r>
              <a:rPr/>
              <a:t>играть</a:t>
            </a:r>
            <a:r>
              <a:rPr/>
              <a:t> в </a:t>
            </a:r>
            <a:r>
              <a:rPr/>
              <a:t>видеоигры</a:t>
            </a:r>
            <a:r>
              <a:rPr/>
              <a:t>. В </a:t>
            </a:r>
            <a:r>
              <a:rPr/>
              <a:t>качестве</a:t>
            </a:r>
            <a:r>
              <a:rPr/>
              <a:t> </a:t>
            </a:r>
            <a:r>
              <a:rPr/>
              <a:t>дополнительных</a:t>
            </a:r>
            <a:r>
              <a:rPr/>
              <a:t> </a:t>
            </a:r>
            <a:r>
              <a:rPr/>
              <a:t>устройств</a:t>
            </a:r>
            <a:r>
              <a:rPr/>
              <a:t> </a:t>
            </a:r>
            <a:r>
              <a:rPr/>
              <a:t>вы</a:t>
            </a:r>
            <a:r>
              <a:rPr/>
              <a:t> </a:t>
            </a:r>
            <a:r>
              <a:rPr/>
              <a:t>можете</a:t>
            </a:r>
            <a:r>
              <a:rPr/>
              <a:t> </a:t>
            </a:r>
            <a:r>
              <a:rPr/>
              <a:t>купить</a:t>
            </a:r>
            <a:r>
              <a:rPr/>
              <a:t> </a:t>
            </a:r>
            <a:r>
              <a:rPr lang="ru-RU"/>
              <a:t>________.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67900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Система “Умный дом”</a:t>
            </a:r>
            <a:endParaRPr/>
          </a:p>
        </p:txBody>
      </p:sp>
      <p:sp>
        <p:nvSpPr>
          <p:cNvPr id="1328642878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Под</a:t>
            </a:r>
            <a:r>
              <a:rPr/>
              <a:t> </a:t>
            </a:r>
            <a:r>
              <a:rPr/>
              <a:t>умным</a:t>
            </a:r>
            <a:r>
              <a:rPr/>
              <a:t> </a:t>
            </a:r>
            <a:r>
              <a:rPr/>
              <a:t>домом</a:t>
            </a:r>
            <a:r>
              <a:rPr/>
              <a:t> </a:t>
            </a:r>
            <a:r>
              <a:rPr/>
              <a:t>понимается</a:t>
            </a:r>
            <a:r>
              <a:rPr/>
              <a:t> </a:t>
            </a:r>
            <a:r>
              <a:rPr/>
              <a:t>система</a:t>
            </a:r>
            <a:r>
              <a:rPr/>
              <a:t> </a:t>
            </a:r>
            <a:r>
              <a:rPr/>
              <a:t>домашних</a:t>
            </a:r>
            <a:r>
              <a:rPr/>
              <a:t> </a:t>
            </a:r>
            <a:r>
              <a:rPr/>
              <a:t>устройств</a:t>
            </a:r>
            <a:r>
              <a:rPr/>
              <a:t>, </a:t>
            </a:r>
            <a:r>
              <a:rPr lang="ru-RU"/>
              <a:t>________</a:t>
            </a:r>
            <a:r>
              <a:rPr/>
              <a:t>выполнять</a:t>
            </a:r>
            <a:r>
              <a:rPr/>
              <a:t> </a:t>
            </a:r>
            <a:r>
              <a:rPr/>
              <a:t>действия</a:t>
            </a:r>
            <a:r>
              <a:rPr/>
              <a:t> </a:t>
            </a:r>
            <a:r>
              <a:rPr/>
              <a:t>или</a:t>
            </a:r>
            <a:r>
              <a:rPr/>
              <a:t> </a:t>
            </a:r>
            <a:r>
              <a:rPr/>
              <a:t>команды</a:t>
            </a:r>
            <a:r>
              <a:rPr/>
              <a:t> </a:t>
            </a:r>
            <a:r>
              <a:rPr/>
              <a:t>без</a:t>
            </a:r>
            <a:r>
              <a:rPr/>
              <a:t> </a:t>
            </a:r>
            <a:r>
              <a:rPr/>
              <a:t>участия</a:t>
            </a:r>
            <a:r>
              <a:rPr/>
              <a:t> </a:t>
            </a:r>
            <a:r>
              <a:rPr/>
              <a:t>человека</a:t>
            </a:r>
            <a:r>
              <a:rPr/>
              <a:t>. </a:t>
            </a:r>
            <a:r>
              <a:rPr/>
              <a:t>Система</a:t>
            </a:r>
            <a:r>
              <a:rPr/>
              <a:t> “</a:t>
            </a:r>
            <a:r>
              <a:rPr/>
              <a:t>умный</a:t>
            </a:r>
            <a:r>
              <a:rPr/>
              <a:t> </a:t>
            </a:r>
            <a:r>
              <a:rPr/>
              <a:t>дом</a:t>
            </a:r>
            <a:r>
              <a:rPr/>
              <a:t>” </a:t>
            </a:r>
            <a:r>
              <a:rPr lang="ru-RU"/>
              <a:t>________</a:t>
            </a:r>
            <a:r>
              <a:rPr/>
              <a:t> </a:t>
            </a:r>
            <a:r>
              <a:rPr/>
              <a:t>и </a:t>
            </a:r>
            <a:r>
              <a:rPr lang="ru-RU"/>
              <a:t>_______</a:t>
            </a:r>
            <a:r>
              <a:rPr/>
              <a:t>. </a:t>
            </a:r>
            <a:r>
              <a:rPr/>
              <a:t>Для</a:t>
            </a:r>
            <a:r>
              <a:rPr/>
              <a:t> </a:t>
            </a:r>
            <a:r>
              <a:rPr/>
              <a:t>данной</a:t>
            </a:r>
            <a:r>
              <a:rPr/>
              <a:t> </a:t>
            </a:r>
            <a:r>
              <a:rPr/>
              <a:t>системы</a:t>
            </a:r>
            <a:r>
              <a:rPr/>
              <a:t> </a:t>
            </a:r>
            <a:r>
              <a:rPr/>
              <a:t>характерны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, </a:t>
            </a:r>
            <a:r>
              <a:rPr lang="ru-RU"/>
              <a:t>________</a:t>
            </a:r>
            <a:r>
              <a:rPr/>
              <a:t>и </a:t>
            </a:r>
            <a:r>
              <a:rPr lang="ru-RU"/>
              <a:t>________</a:t>
            </a:r>
            <a:r>
              <a:rPr/>
              <a:t>. </a:t>
            </a:r>
            <a:r>
              <a:rPr/>
              <a:t>Минусом</a:t>
            </a:r>
            <a:r>
              <a:rPr/>
              <a:t> </a:t>
            </a:r>
            <a:r>
              <a:rPr/>
              <a:t>данной</a:t>
            </a:r>
            <a:r>
              <a:rPr/>
              <a:t> </a:t>
            </a:r>
            <a:r>
              <a:rPr/>
              <a:t>технологии</a:t>
            </a:r>
            <a:r>
              <a:rPr/>
              <a:t> </a:t>
            </a:r>
            <a:r>
              <a:rPr/>
              <a:t>является</a:t>
            </a:r>
            <a:r>
              <a:rPr/>
              <a:t> </a:t>
            </a:r>
            <a:r>
              <a:rPr/>
              <a:t>её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. </a:t>
            </a:r>
            <a:r>
              <a:rPr/>
              <a:t>Система</a:t>
            </a:r>
            <a:r>
              <a:rPr/>
              <a:t> “</a:t>
            </a:r>
            <a:r>
              <a:rPr/>
              <a:t>Умный</a:t>
            </a:r>
            <a:r>
              <a:rPr/>
              <a:t> </a:t>
            </a:r>
            <a:r>
              <a:rPr/>
              <a:t>дом</a:t>
            </a:r>
            <a:r>
              <a:rPr/>
              <a:t>” </a:t>
            </a:r>
            <a:r>
              <a:rPr/>
              <a:t>может</a:t>
            </a:r>
            <a:r>
              <a:rPr/>
              <a:t> </a:t>
            </a:r>
            <a:r>
              <a:rPr/>
              <a:t>использоваться</a:t>
            </a:r>
            <a:r>
              <a:rPr/>
              <a:t> </a:t>
            </a:r>
            <a:r>
              <a:rPr/>
              <a:t>для</a:t>
            </a:r>
            <a:r>
              <a:rPr/>
              <a:t> </a:t>
            </a:r>
            <a:r>
              <a:rPr lang="ru-RU"/>
              <a:t>________</a:t>
            </a:r>
            <a:r>
              <a:rPr/>
              <a:t>. </a:t>
            </a:r>
            <a:r>
              <a:rPr/>
              <a:t>В </a:t>
            </a:r>
            <a:r>
              <a:rPr/>
              <a:t>состав</a:t>
            </a:r>
            <a:r>
              <a:rPr/>
              <a:t> </a:t>
            </a:r>
            <a:r>
              <a:rPr/>
              <a:t>системы</a:t>
            </a:r>
            <a:r>
              <a:rPr/>
              <a:t> </a:t>
            </a:r>
            <a:r>
              <a:rPr/>
              <a:t>может</a:t>
            </a:r>
            <a:r>
              <a:rPr/>
              <a:t> </a:t>
            </a:r>
            <a:r>
              <a:rPr/>
              <a:t>входить</a:t>
            </a:r>
            <a:r>
              <a:rPr/>
              <a:t> </a:t>
            </a:r>
            <a:r>
              <a:rPr lang="ru-RU"/>
              <a:t>________,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191</cp:revision>
  <dcterms:created xsi:type="dcterms:W3CDTF">2014-06-27T12:30:22Z</dcterms:created>
  <dcterms:modified xsi:type="dcterms:W3CDTF">2025-03-04T13:51:53Z</dcterms:modified>
  <cp:category/>
  <cp:contentStatus/>
  <cp:version/>
</cp:coreProperties>
</file>
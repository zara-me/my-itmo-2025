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07A82"/>
    <a:srgbClr val="9BAF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579" autoAdjust="0"/>
    <p:restoredTop sz="94660"/>
  </p:normalViewPr>
  <p:slideViewPr>
    <p:cSldViewPr snapToGrid="0">
      <p:cViewPr varScale="1">
        <p:scale>
          <a:sx n="32" d="100"/>
          <a:sy n="32" d="100"/>
        </p:scale>
        <p:origin x="93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zzz ." userId="647713aa9fd1e548" providerId="LiveId" clId="{5B8C9650-5279-42A2-864B-B91C9C149249}"/>
    <pc:docChg chg="undo custSel addSld modSld">
      <pc:chgData name="zzzz ." userId="647713aa9fd1e548" providerId="LiveId" clId="{5B8C9650-5279-42A2-864B-B91C9C149249}" dt="2025-11-13T02:08:04.953" v="432" actId="1076"/>
      <pc:docMkLst>
        <pc:docMk/>
      </pc:docMkLst>
      <pc:sldChg chg="addSp modSp new mod">
        <pc:chgData name="zzzz ." userId="647713aa9fd1e548" providerId="LiveId" clId="{5B8C9650-5279-42A2-864B-B91C9C149249}" dt="2025-11-12T22:52:28.614" v="101" actId="207"/>
        <pc:sldMkLst>
          <pc:docMk/>
          <pc:sldMk cId="2611408063" sldId="256"/>
        </pc:sldMkLst>
        <pc:spChg chg="mod">
          <ac:chgData name="zzzz ." userId="647713aa9fd1e548" providerId="LiveId" clId="{5B8C9650-5279-42A2-864B-B91C9C149249}" dt="2025-11-12T22:52:28.614" v="101" actId="207"/>
          <ac:spMkLst>
            <pc:docMk/>
            <pc:sldMk cId="2611408063" sldId="256"/>
            <ac:spMk id="2" creationId="{1624D354-6CCE-6D4B-9ED5-C9422F8F561F}"/>
          </ac:spMkLst>
        </pc:spChg>
        <pc:spChg chg="mod">
          <ac:chgData name="zzzz ." userId="647713aa9fd1e548" providerId="LiveId" clId="{5B8C9650-5279-42A2-864B-B91C9C149249}" dt="2025-11-12T22:50:26.855" v="65" actId="1076"/>
          <ac:spMkLst>
            <pc:docMk/>
            <pc:sldMk cId="2611408063" sldId="256"/>
            <ac:spMk id="3" creationId="{808054C1-6687-77FE-8FF9-7C4CDAF227CE}"/>
          </ac:spMkLst>
        </pc:spChg>
        <pc:spChg chg="add mod">
          <ac:chgData name="zzzz ." userId="647713aa9fd1e548" providerId="LiveId" clId="{5B8C9650-5279-42A2-864B-B91C9C149249}" dt="2025-11-12T22:50:29.662" v="66" actId="113"/>
          <ac:spMkLst>
            <pc:docMk/>
            <pc:sldMk cId="2611408063" sldId="256"/>
            <ac:spMk id="4" creationId="{AB90C7D8-AD7B-362C-3626-033E11593F67}"/>
          </ac:spMkLst>
        </pc:spChg>
      </pc:sldChg>
      <pc:sldChg chg="addSp delSp modSp new mod">
        <pc:chgData name="zzzz ." userId="647713aa9fd1e548" providerId="LiveId" clId="{5B8C9650-5279-42A2-864B-B91C9C149249}" dt="2025-11-12T23:02:18.448" v="139" actId="1076"/>
        <pc:sldMkLst>
          <pc:docMk/>
          <pc:sldMk cId="359268663" sldId="257"/>
        </pc:sldMkLst>
        <pc:spChg chg="del mod">
          <ac:chgData name="zzzz ." userId="647713aa9fd1e548" providerId="LiveId" clId="{5B8C9650-5279-42A2-864B-B91C9C149249}" dt="2025-11-12T22:51:41.522" v="88" actId="478"/>
          <ac:spMkLst>
            <pc:docMk/>
            <pc:sldMk cId="359268663" sldId="257"/>
            <ac:spMk id="2" creationId="{954F0752-4E6B-58C1-7F39-51B9C73B84F1}"/>
          </ac:spMkLst>
        </pc:spChg>
        <pc:spChg chg="mod">
          <ac:chgData name="zzzz ." userId="647713aa9fd1e548" providerId="LiveId" clId="{5B8C9650-5279-42A2-864B-B91C9C149249}" dt="2025-11-12T23:02:18.448" v="139" actId="1076"/>
          <ac:spMkLst>
            <pc:docMk/>
            <pc:sldMk cId="359268663" sldId="257"/>
            <ac:spMk id="3" creationId="{CFAE019A-DE96-990A-13FA-F6A6638E67DF}"/>
          </ac:spMkLst>
        </pc:spChg>
        <pc:spChg chg="add mod">
          <ac:chgData name="zzzz ." userId="647713aa9fd1e548" providerId="LiveId" clId="{5B8C9650-5279-42A2-864B-B91C9C149249}" dt="2025-11-12T22:53:04.367" v="109" actId="1076"/>
          <ac:spMkLst>
            <pc:docMk/>
            <pc:sldMk cId="359268663" sldId="257"/>
            <ac:spMk id="4" creationId="{FCB42495-BA71-5D61-A1BF-3A8C613E5145}"/>
          </ac:spMkLst>
        </pc:spChg>
        <pc:spChg chg="add">
          <ac:chgData name="zzzz ." userId="647713aa9fd1e548" providerId="LiveId" clId="{5B8C9650-5279-42A2-864B-B91C9C149249}" dt="2025-11-12T22:58:33.306" v="122"/>
          <ac:spMkLst>
            <pc:docMk/>
            <pc:sldMk cId="359268663" sldId="257"/>
            <ac:spMk id="5" creationId="{8FF77C1C-F417-8A44-92F2-44FAF09AE1C5}"/>
          </ac:spMkLst>
        </pc:spChg>
        <pc:picChg chg="add mod">
          <ac:chgData name="zzzz ." userId="647713aa9fd1e548" providerId="LiveId" clId="{5B8C9650-5279-42A2-864B-B91C9C149249}" dt="2025-11-12T23:02:13.474" v="138" actId="14100"/>
          <ac:picMkLst>
            <pc:docMk/>
            <pc:sldMk cId="359268663" sldId="257"/>
            <ac:picMk id="7" creationId="{A731D62A-09C7-3671-5D78-FBC1B85B5B2C}"/>
          </ac:picMkLst>
        </pc:picChg>
      </pc:sldChg>
      <pc:sldChg chg="addSp delSp modSp new mod">
        <pc:chgData name="zzzz ." userId="647713aa9fd1e548" providerId="LiveId" clId="{5B8C9650-5279-42A2-864B-B91C9C149249}" dt="2025-11-12T23:52:11.849" v="317" actId="14100"/>
        <pc:sldMkLst>
          <pc:docMk/>
          <pc:sldMk cId="536039514" sldId="258"/>
        </pc:sldMkLst>
        <pc:spChg chg="del">
          <ac:chgData name="zzzz ." userId="647713aa9fd1e548" providerId="LiveId" clId="{5B8C9650-5279-42A2-864B-B91C9C149249}" dt="2025-11-12T23:28:09.963" v="140" actId="478"/>
          <ac:spMkLst>
            <pc:docMk/>
            <pc:sldMk cId="536039514" sldId="258"/>
            <ac:spMk id="2" creationId="{5966145C-FDE0-C7D9-A271-0727C5001D6D}"/>
          </ac:spMkLst>
        </pc:spChg>
        <pc:spChg chg="del">
          <ac:chgData name="zzzz ." userId="647713aa9fd1e548" providerId="LiveId" clId="{5B8C9650-5279-42A2-864B-B91C9C149249}" dt="2025-11-12T23:29:56.702" v="156"/>
          <ac:spMkLst>
            <pc:docMk/>
            <pc:sldMk cId="536039514" sldId="258"/>
            <ac:spMk id="3" creationId="{D082F966-0A58-128E-D0ED-3F4D8D73B109}"/>
          </ac:spMkLst>
        </pc:spChg>
        <pc:spChg chg="add del mod">
          <ac:chgData name="zzzz ." userId="647713aa9fd1e548" providerId="LiveId" clId="{5B8C9650-5279-42A2-864B-B91C9C149249}" dt="2025-11-12T23:29:36.743" v="155" actId="1076"/>
          <ac:spMkLst>
            <pc:docMk/>
            <pc:sldMk cId="536039514" sldId="258"/>
            <ac:spMk id="4" creationId="{A01D83F6-F310-402D-AE4E-EC9E4373CCED}"/>
          </ac:spMkLst>
        </pc:spChg>
        <pc:spChg chg="add del mod">
          <ac:chgData name="zzzz ." userId="647713aa9fd1e548" providerId="LiveId" clId="{5B8C9650-5279-42A2-864B-B91C9C149249}" dt="2025-11-12T23:49:28.952" v="301" actId="1076"/>
          <ac:spMkLst>
            <pc:docMk/>
            <pc:sldMk cId="536039514" sldId="258"/>
            <ac:spMk id="7" creationId="{14CCF3E8-B3C9-5039-5D55-A56EFEEDAAA8}"/>
          </ac:spMkLst>
        </pc:spChg>
        <pc:graphicFrameChg chg="add del mod modGraphic">
          <ac:chgData name="zzzz ." userId="647713aa9fd1e548" providerId="LiveId" clId="{5B8C9650-5279-42A2-864B-B91C9C149249}" dt="2025-11-12T23:45:45.196" v="168" actId="478"/>
          <ac:graphicFrameMkLst>
            <pc:docMk/>
            <pc:sldMk cId="536039514" sldId="258"/>
            <ac:graphicFrameMk id="5" creationId="{5D6E733B-98CC-C9A9-9639-416340CCB7A7}"/>
          </ac:graphicFrameMkLst>
        </pc:graphicFrameChg>
        <pc:graphicFrameChg chg="add mod">
          <ac:chgData name="zzzz ." userId="647713aa9fd1e548" providerId="LiveId" clId="{5B8C9650-5279-42A2-864B-B91C9C149249}" dt="2025-11-12T23:45:54.819" v="172"/>
          <ac:graphicFrameMkLst>
            <pc:docMk/>
            <pc:sldMk cId="536039514" sldId="258"/>
            <ac:graphicFrameMk id="8" creationId="{AAA20B82-9D17-CB1C-F2D8-034202EA66F3}"/>
          </ac:graphicFrameMkLst>
        </pc:graphicFrameChg>
        <pc:picChg chg="add mod">
          <ac:chgData name="zzzz ." userId="647713aa9fd1e548" providerId="LiveId" clId="{5B8C9650-5279-42A2-864B-B91C9C149249}" dt="2025-11-12T23:50:37.766" v="310" actId="1076"/>
          <ac:picMkLst>
            <pc:docMk/>
            <pc:sldMk cId="536039514" sldId="258"/>
            <ac:picMk id="10" creationId="{BC785E7A-C67F-B792-A2E6-AB0C9F069702}"/>
          </ac:picMkLst>
        </pc:picChg>
        <pc:picChg chg="add mod">
          <ac:chgData name="zzzz ." userId="647713aa9fd1e548" providerId="LiveId" clId="{5B8C9650-5279-42A2-864B-B91C9C149249}" dt="2025-11-12T23:52:11.849" v="317" actId="14100"/>
          <ac:picMkLst>
            <pc:docMk/>
            <pc:sldMk cId="536039514" sldId="258"/>
            <ac:picMk id="12" creationId="{18C7C7A0-E0BB-6C74-FE30-EE2A2B003047}"/>
          </ac:picMkLst>
        </pc:picChg>
      </pc:sldChg>
      <pc:sldChg chg="addSp delSp modSp new mod">
        <pc:chgData name="zzzz ." userId="647713aa9fd1e548" providerId="LiveId" clId="{5B8C9650-5279-42A2-864B-B91C9C149249}" dt="2025-11-13T02:07:45.510" v="428" actId="767"/>
        <pc:sldMkLst>
          <pc:docMk/>
          <pc:sldMk cId="2046790924" sldId="259"/>
        </pc:sldMkLst>
        <pc:spChg chg="del mod">
          <ac:chgData name="zzzz ." userId="647713aa9fd1e548" providerId="LiveId" clId="{5B8C9650-5279-42A2-864B-B91C9C149249}" dt="2025-11-13T00:26:41.741" v="323" actId="478"/>
          <ac:spMkLst>
            <pc:docMk/>
            <pc:sldMk cId="2046790924" sldId="259"/>
            <ac:spMk id="2" creationId="{41800305-4D70-52BF-FE9A-5F455B5AD7AC}"/>
          </ac:spMkLst>
        </pc:spChg>
        <pc:spChg chg="add mod">
          <ac:chgData name="zzzz ." userId="647713aa9fd1e548" providerId="LiveId" clId="{5B8C9650-5279-42A2-864B-B91C9C149249}" dt="2025-11-13T02:07:45.510" v="428" actId="767"/>
          <ac:spMkLst>
            <pc:docMk/>
            <pc:sldMk cId="2046790924" sldId="259"/>
            <ac:spMk id="2" creationId="{DF50001D-2BE3-D916-FA07-F085607BCD03}"/>
          </ac:spMkLst>
        </pc:spChg>
        <pc:spChg chg="del">
          <ac:chgData name="zzzz ." userId="647713aa9fd1e548" providerId="LiveId" clId="{5B8C9650-5279-42A2-864B-B91C9C149249}" dt="2025-11-13T00:26:32.477" v="319" actId="22"/>
          <ac:spMkLst>
            <pc:docMk/>
            <pc:sldMk cId="2046790924" sldId="259"/>
            <ac:spMk id="3" creationId="{0D992BEB-79B5-F020-506A-FF5C449ACAB6}"/>
          </ac:spMkLst>
        </pc:spChg>
        <pc:spChg chg="add mod">
          <ac:chgData name="zzzz ." userId="647713aa9fd1e548" providerId="LiveId" clId="{5B8C9650-5279-42A2-864B-B91C9C149249}" dt="2025-11-13T00:27:56.822" v="348" actId="207"/>
          <ac:spMkLst>
            <pc:docMk/>
            <pc:sldMk cId="2046790924" sldId="259"/>
            <ac:spMk id="6" creationId="{2DA797F4-D20C-F40F-307E-C7472AAAF288}"/>
          </ac:spMkLst>
        </pc:spChg>
        <pc:picChg chg="add mod ord">
          <ac:chgData name="zzzz ." userId="647713aa9fd1e548" providerId="LiveId" clId="{5B8C9650-5279-42A2-864B-B91C9C149249}" dt="2025-11-13T00:27:00.036" v="329" actId="1076"/>
          <ac:picMkLst>
            <pc:docMk/>
            <pc:sldMk cId="2046790924" sldId="259"/>
            <ac:picMk id="5" creationId="{75CF9277-2ABD-D88B-46AB-0FCE52494C46}"/>
          </ac:picMkLst>
        </pc:picChg>
      </pc:sldChg>
      <pc:sldChg chg="addSp delSp modSp new mod">
        <pc:chgData name="zzzz ." userId="647713aa9fd1e548" providerId="LiveId" clId="{5B8C9650-5279-42A2-864B-B91C9C149249}" dt="2025-11-13T02:08:04.953" v="432" actId="1076"/>
        <pc:sldMkLst>
          <pc:docMk/>
          <pc:sldMk cId="1592777817" sldId="260"/>
        </pc:sldMkLst>
        <pc:spChg chg="add mod">
          <ac:chgData name="zzzz ." userId="647713aa9fd1e548" providerId="LiveId" clId="{5B8C9650-5279-42A2-864B-B91C9C149249}" dt="2025-11-13T02:08:04.953" v="432" actId="1076"/>
          <ac:spMkLst>
            <pc:docMk/>
            <pc:sldMk cId="1592777817" sldId="260"/>
            <ac:spMk id="2" creationId="{4983FE4C-129F-C754-F206-4906DFB6DD83}"/>
          </ac:spMkLst>
        </pc:spChg>
        <pc:spChg chg="del mod">
          <ac:chgData name="zzzz ." userId="647713aa9fd1e548" providerId="LiveId" clId="{5B8C9650-5279-42A2-864B-B91C9C149249}" dt="2025-11-13T00:33:24.479" v="369" actId="478"/>
          <ac:spMkLst>
            <pc:docMk/>
            <pc:sldMk cId="1592777817" sldId="260"/>
            <ac:spMk id="2" creationId="{DDA1271A-182C-70F9-B03A-A92BA212493B}"/>
          </ac:spMkLst>
        </pc:spChg>
        <pc:spChg chg="add del mod">
          <ac:chgData name="zzzz ." userId="647713aa9fd1e548" providerId="LiveId" clId="{5B8C9650-5279-42A2-864B-B91C9C149249}" dt="2025-11-13T00:40:09.054" v="422" actId="14100"/>
          <ac:spMkLst>
            <pc:docMk/>
            <pc:sldMk cId="1592777817" sldId="260"/>
            <ac:spMk id="3" creationId="{A53F65D2-0A2B-4CCF-B4A8-5A915121C3EC}"/>
          </ac:spMkLst>
        </pc:spChg>
        <pc:spChg chg="add del mod">
          <ac:chgData name="zzzz ." userId="647713aa9fd1e548" providerId="LiveId" clId="{5B8C9650-5279-42A2-864B-B91C9C149249}" dt="2025-11-13T00:33:30.615" v="371" actId="478"/>
          <ac:spMkLst>
            <pc:docMk/>
            <pc:sldMk cId="1592777817" sldId="260"/>
            <ac:spMk id="5" creationId="{C4C92847-ABF9-F7F8-4F66-3FF114CB73BE}"/>
          </ac:spMkLst>
        </pc:spChg>
        <pc:spChg chg="add del mod">
          <ac:chgData name="zzzz ." userId="647713aa9fd1e548" providerId="LiveId" clId="{5B8C9650-5279-42A2-864B-B91C9C149249}" dt="2025-11-13T00:33:40.223" v="376"/>
          <ac:spMkLst>
            <pc:docMk/>
            <pc:sldMk cId="1592777817" sldId="260"/>
            <ac:spMk id="6" creationId="{751A89E0-52B4-A70E-51C6-FBE1098534B9}"/>
          </ac:spMkLst>
        </pc:spChg>
        <pc:spChg chg="add mod">
          <ac:chgData name="zzzz ." userId="647713aa9fd1e548" providerId="LiveId" clId="{5B8C9650-5279-42A2-864B-B91C9C149249}" dt="2025-11-13T00:33:40.223" v="374"/>
          <ac:spMkLst>
            <pc:docMk/>
            <pc:sldMk cId="1592777817" sldId="260"/>
            <ac:spMk id="11" creationId="{2FC1C91C-FB8D-69C3-2D6A-19F7D19E57C9}"/>
          </ac:spMkLst>
        </pc:spChg>
        <pc:spChg chg="add mod">
          <ac:chgData name="zzzz ." userId="647713aa9fd1e548" providerId="LiveId" clId="{5B8C9650-5279-42A2-864B-B91C9C149249}" dt="2025-11-13T00:33:40.223" v="374"/>
          <ac:spMkLst>
            <pc:docMk/>
            <pc:sldMk cId="1592777817" sldId="260"/>
            <ac:spMk id="12" creationId="{84113675-6D4F-A45D-973F-32AB7FE47EA9}"/>
          </ac:spMkLst>
        </pc:spChg>
        <pc:spChg chg="add mod">
          <ac:chgData name="zzzz ." userId="647713aa9fd1e548" providerId="LiveId" clId="{5B8C9650-5279-42A2-864B-B91C9C149249}" dt="2025-11-13T00:33:40.223" v="374"/>
          <ac:spMkLst>
            <pc:docMk/>
            <pc:sldMk cId="1592777817" sldId="260"/>
            <ac:spMk id="13" creationId="{0C0DF5DE-2C98-B7BA-5BB6-4FA7D3D50DFD}"/>
          </ac:spMkLst>
        </pc:spChg>
        <pc:spChg chg="add mod">
          <ac:chgData name="zzzz ." userId="647713aa9fd1e548" providerId="LiveId" clId="{5B8C9650-5279-42A2-864B-B91C9C149249}" dt="2025-11-13T00:33:40.223" v="374"/>
          <ac:spMkLst>
            <pc:docMk/>
            <pc:sldMk cId="1592777817" sldId="260"/>
            <ac:spMk id="14" creationId="{10238C99-2335-90C6-2CEC-211452828985}"/>
          </ac:spMkLst>
        </pc:spChg>
        <pc:spChg chg="add mod">
          <ac:chgData name="zzzz ." userId="647713aa9fd1e548" providerId="LiveId" clId="{5B8C9650-5279-42A2-864B-B91C9C149249}" dt="2025-11-13T00:33:40.223" v="374"/>
          <ac:spMkLst>
            <pc:docMk/>
            <pc:sldMk cId="1592777817" sldId="260"/>
            <ac:spMk id="15" creationId="{3386892F-482D-660A-F6A7-3660D81318F1}"/>
          </ac:spMkLst>
        </pc:spChg>
        <pc:spChg chg="add mod">
          <ac:chgData name="zzzz ." userId="647713aa9fd1e548" providerId="LiveId" clId="{5B8C9650-5279-42A2-864B-B91C9C149249}" dt="2025-11-13T00:33:40.223" v="374"/>
          <ac:spMkLst>
            <pc:docMk/>
            <pc:sldMk cId="1592777817" sldId="260"/>
            <ac:spMk id="16" creationId="{0A1669FD-907B-6723-9F1E-398FCF46EE09}"/>
          </ac:spMkLst>
        </pc:spChg>
        <pc:spChg chg="add mod">
          <ac:chgData name="zzzz ." userId="647713aa9fd1e548" providerId="LiveId" clId="{5B8C9650-5279-42A2-864B-B91C9C149249}" dt="2025-11-13T00:33:40.223" v="374"/>
          <ac:spMkLst>
            <pc:docMk/>
            <pc:sldMk cId="1592777817" sldId="260"/>
            <ac:spMk id="17" creationId="{D11AC345-C3DC-14C5-9F2F-72883CDA18BE}"/>
          </ac:spMkLst>
        </pc:spChg>
        <pc:spChg chg="add mod">
          <ac:chgData name="zzzz ." userId="647713aa9fd1e548" providerId="LiveId" clId="{5B8C9650-5279-42A2-864B-B91C9C149249}" dt="2025-11-13T00:34:31.825" v="399" actId="1076"/>
          <ac:spMkLst>
            <pc:docMk/>
            <pc:sldMk cId="1592777817" sldId="260"/>
            <ac:spMk id="18" creationId="{76299884-2198-D2EF-6DE2-AAD165FE85A8}"/>
          </ac:spMkLst>
        </pc:spChg>
        <pc:graphicFrameChg chg="add mod">
          <ac:chgData name="zzzz ." userId="647713aa9fd1e548" providerId="LiveId" clId="{5B8C9650-5279-42A2-864B-B91C9C149249}" dt="2025-11-13T00:33:40.223" v="374"/>
          <ac:graphicFrameMkLst>
            <pc:docMk/>
            <pc:sldMk cId="1592777817" sldId="260"/>
            <ac:graphicFrameMk id="7" creationId="{4BE133AE-A5A4-DB7C-BADF-1E4902549EA4}"/>
          </ac:graphicFrameMkLst>
        </pc:graphicFrameChg>
        <pc:graphicFrameChg chg="add mod">
          <ac:chgData name="zzzz ." userId="647713aa9fd1e548" providerId="LiveId" clId="{5B8C9650-5279-42A2-864B-B91C9C149249}" dt="2025-11-13T00:33:38.652" v="373"/>
          <ac:graphicFrameMkLst>
            <pc:docMk/>
            <pc:sldMk cId="1592777817" sldId="260"/>
            <ac:graphicFrameMk id="8" creationId="{78B3896D-C591-2E66-077B-119418E7D5D7}"/>
          </ac:graphicFrameMkLst>
        </pc:graphicFrameChg>
        <pc:graphicFrameChg chg="add mod">
          <ac:chgData name="zzzz ." userId="647713aa9fd1e548" providerId="LiveId" clId="{5B8C9650-5279-42A2-864B-B91C9C149249}" dt="2025-11-13T00:33:38.652" v="373"/>
          <ac:graphicFrameMkLst>
            <pc:docMk/>
            <pc:sldMk cId="1592777817" sldId="260"/>
            <ac:graphicFrameMk id="9" creationId="{A441D5E1-6E6B-4E09-A8C2-8D35AD442848}"/>
          </ac:graphicFrameMkLst>
        </pc:graphicFrameChg>
        <pc:graphicFrameChg chg="add mod">
          <ac:chgData name="zzzz ." userId="647713aa9fd1e548" providerId="LiveId" clId="{5B8C9650-5279-42A2-864B-B91C9C149249}" dt="2025-11-13T00:33:38.652" v="373"/>
          <ac:graphicFrameMkLst>
            <pc:docMk/>
            <pc:sldMk cId="1592777817" sldId="260"/>
            <ac:graphicFrameMk id="10" creationId="{B24992F8-8074-C436-BEA6-B703502DDA86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44958-1358-45A7-90DA-6125F27CF09B}" type="datetimeFigureOut">
              <a:rPr lang="en-VI" smtClean="0"/>
              <a:t>11/13/2025</a:t>
            </a:fld>
            <a:endParaRPr lang="en-VI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I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7F837-68C8-4FCE-BF0E-C08427D2807F}" type="slidenum">
              <a:rPr lang="en-VI" smtClean="0"/>
              <a:t>‹#›</a:t>
            </a:fld>
            <a:endParaRPr lang="en-VI"/>
          </a:p>
        </p:txBody>
      </p:sp>
    </p:spTree>
    <p:extLst>
      <p:ext uri="{BB962C8B-B14F-4D97-AF65-F5344CB8AC3E}">
        <p14:creationId xmlns:p14="http://schemas.microsoft.com/office/powerpoint/2010/main" val="20554513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44958-1358-45A7-90DA-6125F27CF09B}" type="datetimeFigureOut">
              <a:rPr lang="en-VI" smtClean="0"/>
              <a:t>11/13/2025</a:t>
            </a:fld>
            <a:endParaRPr lang="en-VI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I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7F837-68C8-4FCE-BF0E-C08427D2807F}" type="slidenum">
              <a:rPr lang="en-VI" smtClean="0"/>
              <a:t>‹#›</a:t>
            </a:fld>
            <a:endParaRPr lang="en-VI"/>
          </a:p>
        </p:txBody>
      </p:sp>
    </p:spTree>
    <p:extLst>
      <p:ext uri="{BB962C8B-B14F-4D97-AF65-F5344CB8AC3E}">
        <p14:creationId xmlns:p14="http://schemas.microsoft.com/office/powerpoint/2010/main" val="26701542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44958-1358-45A7-90DA-6125F27CF09B}" type="datetimeFigureOut">
              <a:rPr lang="en-VI" smtClean="0"/>
              <a:t>11/13/2025</a:t>
            </a:fld>
            <a:endParaRPr lang="en-VI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I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7F837-68C8-4FCE-BF0E-C08427D2807F}" type="slidenum">
              <a:rPr lang="en-VI" smtClean="0"/>
              <a:t>‹#›</a:t>
            </a:fld>
            <a:endParaRPr lang="en-VI"/>
          </a:p>
        </p:txBody>
      </p:sp>
    </p:spTree>
    <p:extLst>
      <p:ext uri="{BB962C8B-B14F-4D97-AF65-F5344CB8AC3E}">
        <p14:creationId xmlns:p14="http://schemas.microsoft.com/office/powerpoint/2010/main" val="6645127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44958-1358-45A7-90DA-6125F27CF09B}" type="datetimeFigureOut">
              <a:rPr lang="en-VI" smtClean="0"/>
              <a:t>11/13/2025</a:t>
            </a:fld>
            <a:endParaRPr lang="en-VI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I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7F837-68C8-4FCE-BF0E-C08427D2807F}" type="slidenum">
              <a:rPr lang="en-VI" smtClean="0"/>
              <a:t>‹#›</a:t>
            </a:fld>
            <a:endParaRPr lang="en-VI"/>
          </a:p>
        </p:txBody>
      </p:sp>
    </p:spTree>
    <p:extLst>
      <p:ext uri="{BB962C8B-B14F-4D97-AF65-F5344CB8AC3E}">
        <p14:creationId xmlns:p14="http://schemas.microsoft.com/office/powerpoint/2010/main" val="1380658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44958-1358-45A7-90DA-6125F27CF09B}" type="datetimeFigureOut">
              <a:rPr lang="en-VI" smtClean="0"/>
              <a:t>11/13/2025</a:t>
            </a:fld>
            <a:endParaRPr lang="en-VI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I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7F837-68C8-4FCE-BF0E-C08427D2807F}" type="slidenum">
              <a:rPr lang="en-VI" smtClean="0"/>
              <a:t>‹#›</a:t>
            </a:fld>
            <a:endParaRPr lang="en-VI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9427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44958-1358-45A7-90DA-6125F27CF09B}" type="datetimeFigureOut">
              <a:rPr lang="en-VI" smtClean="0"/>
              <a:t>11/13/2025</a:t>
            </a:fld>
            <a:endParaRPr lang="en-VI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I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7F837-68C8-4FCE-BF0E-C08427D2807F}" type="slidenum">
              <a:rPr lang="en-VI" smtClean="0"/>
              <a:t>‹#›</a:t>
            </a:fld>
            <a:endParaRPr lang="en-VI"/>
          </a:p>
        </p:txBody>
      </p:sp>
    </p:spTree>
    <p:extLst>
      <p:ext uri="{BB962C8B-B14F-4D97-AF65-F5344CB8AC3E}">
        <p14:creationId xmlns:p14="http://schemas.microsoft.com/office/powerpoint/2010/main" val="37067841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44958-1358-45A7-90DA-6125F27CF09B}" type="datetimeFigureOut">
              <a:rPr lang="en-VI" smtClean="0"/>
              <a:t>11/13/2025</a:t>
            </a:fld>
            <a:endParaRPr lang="en-VI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7F837-68C8-4FCE-BF0E-C08427D2807F}" type="slidenum">
              <a:rPr lang="en-VI" smtClean="0"/>
              <a:t>‹#›</a:t>
            </a:fld>
            <a:endParaRPr lang="en-VI"/>
          </a:p>
        </p:txBody>
      </p:sp>
    </p:spTree>
    <p:extLst>
      <p:ext uri="{BB962C8B-B14F-4D97-AF65-F5344CB8AC3E}">
        <p14:creationId xmlns:p14="http://schemas.microsoft.com/office/powerpoint/2010/main" val="202699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44958-1358-45A7-90DA-6125F27CF09B}" type="datetimeFigureOut">
              <a:rPr lang="en-VI" smtClean="0"/>
              <a:t>11/13/2025</a:t>
            </a:fld>
            <a:endParaRPr lang="en-VI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VI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7F837-68C8-4FCE-BF0E-C08427D2807F}" type="slidenum">
              <a:rPr lang="en-VI" smtClean="0"/>
              <a:t>‹#›</a:t>
            </a:fld>
            <a:endParaRPr lang="en-VI"/>
          </a:p>
        </p:txBody>
      </p:sp>
    </p:spTree>
    <p:extLst>
      <p:ext uri="{BB962C8B-B14F-4D97-AF65-F5344CB8AC3E}">
        <p14:creationId xmlns:p14="http://schemas.microsoft.com/office/powerpoint/2010/main" val="30992342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1BE44958-1358-45A7-90DA-6125F27CF09B}" type="datetimeFigureOut">
              <a:rPr lang="en-VI" smtClean="0"/>
              <a:t>11/13/2025</a:t>
            </a:fld>
            <a:endParaRPr lang="en-VI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VI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7F837-68C8-4FCE-BF0E-C08427D2807F}" type="slidenum">
              <a:rPr lang="en-VI" smtClean="0"/>
              <a:t>‹#›</a:t>
            </a:fld>
            <a:endParaRPr lang="en-VI"/>
          </a:p>
        </p:txBody>
      </p:sp>
    </p:spTree>
    <p:extLst>
      <p:ext uri="{BB962C8B-B14F-4D97-AF65-F5344CB8AC3E}">
        <p14:creationId xmlns:p14="http://schemas.microsoft.com/office/powerpoint/2010/main" val="33529048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44958-1358-45A7-90DA-6125F27CF09B}" type="datetimeFigureOut">
              <a:rPr lang="en-VI" smtClean="0"/>
              <a:t>11/13/2025</a:t>
            </a:fld>
            <a:endParaRPr lang="en-V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7F837-68C8-4FCE-BF0E-C08427D2807F}" type="slidenum">
              <a:rPr lang="en-VI" smtClean="0"/>
              <a:t>‹#›</a:t>
            </a:fld>
            <a:endParaRPr lang="en-VI"/>
          </a:p>
        </p:txBody>
      </p:sp>
    </p:spTree>
    <p:extLst>
      <p:ext uri="{BB962C8B-B14F-4D97-AF65-F5344CB8AC3E}">
        <p14:creationId xmlns:p14="http://schemas.microsoft.com/office/powerpoint/2010/main" val="618227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44958-1358-45A7-90DA-6125F27CF09B}" type="datetimeFigureOut">
              <a:rPr lang="en-VI" smtClean="0"/>
              <a:t>11/13/2025</a:t>
            </a:fld>
            <a:endParaRPr lang="en-V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7F837-68C8-4FCE-BF0E-C08427D2807F}" type="slidenum">
              <a:rPr lang="en-VI" smtClean="0"/>
              <a:t>‹#›</a:t>
            </a:fld>
            <a:endParaRPr lang="en-VI"/>
          </a:p>
        </p:txBody>
      </p:sp>
    </p:spTree>
    <p:extLst>
      <p:ext uri="{BB962C8B-B14F-4D97-AF65-F5344CB8AC3E}">
        <p14:creationId xmlns:p14="http://schemas.microsoft.com/office/powerpoint/2010/main" val="3120733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BE44958-1358-45A7-90DA-6125F27CF09B}" type="datetimeFigureOut">
              <a:rPr lang="en-VI" smtClean="0"/>
              <a:t>11/13/2025</a:t>
            </a:fld>
            <a:endParaRPr lang="en-V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V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C167F837-68C8-4FCE-BF0E-C08427D2807F}" type="slidenum">
              <a:rPr lang="en-VI" smtClean="0"/>
              <a:t>‹#›</a:t>
            </a:fld>
            <a:endParaRPr lang="en-VI"/>
          </a:p>
        </p:txBody>
      </p:sp>
    </p:spTree>
    <p:extLst>
      <p:ext uri="{BB962C8B-B14F-4D97-AF65-F5344CB8AC3E}">
        <p14:creationId xmlns:p14="http://schemas.microsoft.com/office/powerpoint/2010/main" val="13030335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4D354-6CCE-6D4B-9ED5-C9422F8F56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Dasha.AI</a:t>
            </a:r>
            <a:br>
              <a:rPr lang="fa-IR" dirty="0"/>
            </a:br>
            <a:r>
              <a:rPr lang="ru-RU" dirty="0"/>
              <a:t>Виртуальный робот-ассистент, который учится быть человеком</a:t>
            </a:r>
            <a:endParaRPr lang="en-VI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8054C1-6687-77FE-8FF9-7C4CDAF227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342900" y="6198810"/>
            <a:ext cx="4503420" cy="518160"/>
          </a:xfrm>
        </p:spPr>
        <p:txBody>
          <a:bodyPr>
            <a:normAutofit/>
          </a:bodyPr>
          <a:lstStyle/>
          <a:p>
            <a:r>
              <a:rPr lang="ru-RU" b="1" dirty="0">
                <a:solidFill>
                  <a:schemeClr val="bg1"/>
                </a:solidFill>
              </a:rPr>
              <a:t>Выполнили</a:t>
            </a:r>
            <a:r>
              <a:rPr lang="en-US" b="1" dirty="0">
                <a:solidFill>
                  <a:schemeClr val="bg1"/>
                </a:solidFill>
              </a:rPr>
              <a:t>:</a:t>
            </a:r>
            <a:r>
              <a:rPr lang="ru-RU" b="1" dirty="0">
                <a:solidFill>
                  <a:schemeClr val="bg1"/>
                </a:solidFill>
              </a:rPr>
              <a:t> захра дарабзадех</a:t>
            </a:r>
            <a:endParaRPr lang="en-VI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90C7D8-AD7B-362C-3626-033E11593F67}"/>
              </a:ext>
            </a:extLst>
          </p:cNvPr>
          <p:cNvSpPr txBox="1"/>
          <p:nvPr/>
        </p:nvSpPr>
        <p:spPr>
          <a:xfrm>
            <a:off x="6096000" y="6198810"/>
            <a:ext cx="6849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b="1" dirty="0">
                <a:solidFill>
                  <a:schemeClr val="bg1"/>
                </a:solidFill>
              </a:rPr>
              <a:t>2025</a:t>
            </a:r>
            <a:endParaRPr lang="en-VI" sz="2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14080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AE019A-DE96-990A-13FA-F6A6638E67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741" y="2057400"/>
            <a:ext cx="7158398" cy="3048000"/>
          </a:xfrm>
        </p:spPr>
        <p:txBody>
          <a:bodyPr>
            <a:normAutofit/>
          </a:bodyPr>
          <a:lstStyle/>
          <a:p>
            <a:r>
              <a:rPr lang="ru-RU" sz="2000" b="1" dirty="0"/>
              <a:t>Проблема (</a:t>
            </a:r>
            <a:r>
              <a:rPr lang="ru-RU" sz="2000" dirty="0"/>
              <a:t>Контакт-центры дороги, неэффективны и предоставляют плохой клиентский опыт (долгое ожидание, раздражающие голосовые меню).</a:t>
            </a:r>
            <a:endParaRPr lang="en-US" sz="2000" dirty="0"/>
          </a:p>
          <a:p>
            <a:pPr marL="0" indent="0">
              <a:buNone/>
            </a:pPr>
            <a:endParaRPr lang="ru-RU" sz="2000" dirty="0"/>
          </a:p>
          <a:p>
            <a:r>
              <a:rPr lang="ru-RU" sz="2000" dirty="0"/>
              <a:t> </a:t>
            </a:r>
            <a:r>
              <a:rPr lang="ru-RU" sz="2000" b="1" dirty="0"/>
              <a:t>Решение (</a:t>
            </a:r>
            <a:r>
              <a:rPr lang="en-US" sz="2000" dirty="0"/>
              <a:t>Dasha.AI — </a:t>
            </a:r>
            <a:r>
              <a:rPr lang="ru-RU" sz="2000" dirty="0"/>
              <a:t>первый в мире </a:t>
            </a:r>
            <a:r>
              <a:rPr lang="en-US" sz="2000" dirty="0"/>
              <a:t>Conversational AI, </a:t>
            </a:r>
            <a:r>
              <a:rPr lang="ru-RU" sz="2000" dirty="0"/>
              <a:t>способный вести </a:t>
            </a:r>
            <a:r>
              <a:rPr lang="ru-RU" sz="2000" b="1" dirty="0"/>
              <a:t>человеческие</a:t>
            </a:r>
            <a:r>
              <a:rPr lang="ru-RU" sz="2000" dirty="0"/>
              <a:t> диалоги по телефону в реальном времени, автоматизируя сложные и многоэтапные задачи.</a:t>
            </a:r>
            <a:endParaRPr lang="en-VI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B42495-BA71-5D61-A1BF-3A8C613E5145}"/>
              </a:ext>
            </a:extLst>
          </p:cNvPr>
          <p:cNvSpPr txBox="1"/>
          <p:nvPr/>
        </p:nvSpPr>
        <p:spPr>
          <a:xfrm>
            <a:off x="990601" y="764030"/>
            <a:ext cx="1965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b="1" dirty="0">
                <a:solidFill>
                  <a:srgbClr val="607A82"/>
                </a:solidFill>
              </a:rPr>
              <a:t>Анализ</a:t>
            </a:r>
          </a:p>
        </p:txBody>
      </p:sp>
      <p:sp>
        <p:nvSpPr>
          <p:cNvPr id="5" name="AutoShape 2" descr="Dasha AI">
            <a:extLst>
              <a:ext uri="{FF2B5EF4-FFF2-40B4-BE49-F238E27FC236}">
                <a16:creationId xmlns:a16="http://schemas.microsoft.com/office/drawing/2014/main" id="{8FF77C1C-F417-8A44-92F2-44FAF09AE1C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VI"/>
          </a:p>
        </p:txBody>
      </p:sp>
      <p:pic>
        <p:nvPicPr>
          <p:cNvPr id="7" name="Picture 6" descr="A blue background with white text&#10;&#10;AI-generated content may be incorrect.">
            <a:extLst>
              <a:ext uri="{FF2B5EF4-FFF2-40B4-BE49-F238E27FC236}">
                <a16:creationId xmlns:a16="http://schemas.microsoft.com/office/drawing/2014/main" id="{A731D62A-09C7-3671-5D78-FBC1B85B5B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7796" y="2451100"/>
            <a:ext cx="3358464" cy="1749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2686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01D83F6-F310-402D-AE4E-EC9E4373CCED}"/>
              </a:ext>
            </a:extLst>
          </p:cNvPr>
          <p:cNvSpPr txBox="1"/>
          <p:nvPr/>
        </p:nvSpPr>
        <p:spPr>
          <a:xfrm>
            <a:off x="656336" y="571500"/>
            <a:ext cx="186301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000" b="1" dirty="0">
                <a:solidFill>
                  <a:srgbClr val="607A82"/>
                </a:solidFill>
                <a:latin typeface="Corbel (Body)"/>
                <a:cs typeface="Arial" panose="020B0604020202020204" pitchFamily="34" charset="0"/>
              </a:rPr>
              <a:t>Анализ</a:t>
            </a:r>
            <a:endParaRPr lang="en-VI" sz="4000" dirty="0">
              <a:latin typeface="Corbel (Body)"/>
              <a:cs typeface="Arial" panose="020B0604020202020204" pitchFamily="34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4CCF3E8-B3C9-5039-5D55-A56EFEEDAA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6336" y="1546086"/>
            <a:ext cx="5033264" cy="5007114"/>
          </a:xfrm>
        </p:spPr>
        <p:txBody>
          <a:bodyPr>
            <a:normAutofit/>
          </a:bodyPr>
          <a:lstStyle/>
          <a:p>
            <a:r>
              <a:rPr lang="ru-RU" sz="2000" b="1" dirty="0">
                <a:latin typeface="Arial" panose="020B0604020202020204" pitchFamily="34" charset="0"/>
                <a:cs typeface="Arial" panose="020B0604020202020204" pitchFamily="34" charset="0"/>
              </a:rPr>
              <a:t>Объем рынка (2023):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$9.9 млрд USD</a:t>
            </a:r>
            <a:endParaRPr lang="fa-I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a-I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2000" b="1" dirty="0">
                <a:latin typeface="Arial" panose="020B0604020202020204" pitchFamily="34" charset="0"/>
                <a:cs typeface="Arial" panose="020B0604020202020204" pitchFamily="34" charset="0"/>
              </a:rPr>
              <a:t>Прогноз (2032):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$57.2 млрд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USD (CAGR: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21.9%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fa-I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a-I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1. </a:t>
            </a:r>
            <a:r>
              <a:rPr lang="ru-RU" sz="2000" b="1" dirty="0">
                <a:latin typeface="Arial" panose="020B0604020202020204" pitchFamily="34" charset="0"/>
                <a:cs typeface="Arial" panose="020B0604020202020204" pitchFamily="34" charset="0"/>
              </a:rPr>
              <a:t>Снижение OPEX: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Автоматизация повторяющихся задач и высокая экономическая эффективность. </a:t>
            </a:r>
            <a:r>
              <a:rPr lang="fa-IR" sz="2000" dirty="0">
                <a:latin typeface="Arial" panose="020B0604020202020204" pitchFamily="34" charset="0"/>
                <a:cs typeface="Arial" panose="020B0604020202020204" pitchFamily="34" charset="0"/>
              </a:rPr>
              <a:t>        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2. </a:t>
            </a:r>
            <a:r>
              <a:rPr lang="ru-RU" sz="2000" b="1" dirty="0">
                <a:latin typeface="Arial" panose="020B0604020202020204" pitchFamily="34" charset="0"/>
                <a:cs typeface="Arial" panose="020B0604020202020204" pitchFamily="34" charset="0"/>
              </a:rPr>
              <a:t>Клиентский опыт: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Рост спроса на персонализированное обслуживание 24/7.</a:t>
            </a:r>
            <a:r>
              <a:rPr lang="fa-IR" sz="20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3. </a:t>
            </a:r>
            <a:r>
              <a:rPr lang="ru-RU" sz="2000" b="1" dirty="0">
                <a:latin typeface="Arial" panose="020B0604020202020204" pitchFamily="34" charset="0"/>
                <a:cs typeface="Arial" panose="020B0604020202020204" pitchFamily="34" charset="0"/>
              </a:rPr>
              <a:t>Технологии: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Достижения в области NLP и Generative AI.</a:t>
            </a:r>
            <a:endParaRPr lang="en-VI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9" descr="A graph of blue and white bars&#10;&#10;AI-generated content may be incorrect.">
            <a:extLst>
              <a:ext uri="{FF2B5EF4-FFF2-40B4-BE49-F238E27FC236}">
                <a16:creationId xmlns:a16="http://schemas.microsoft.com/office/drawing/2014/main" id="{BC785E7A-C67F-B792-A2E6-AB0C9F0697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5233" y="571500"/>
            <a:ext cx="5147733" cy="2895600"/>
          </a:xfrm>
          <a:prstGeom prst="rect">
            <a:avLst/>
          </a:prstGeom>
        </p:spPr>
      </p:pic>
      <p:pic>
        <p:nvPicPr>
          <p:cNvPr id="12" name="Picture 11" descr="A pie chart with different colored circles&#10;&#10;AI-generated content may be incorrect.">
            <a:extLst>
              <a:ext uri="{FF2B5EF4-FFF2-40B4-BE49-F238E27FC236}">
                <a16:creationId xmlns:a16="http://schemas.microsoft.com/office/drawing/2014/main" id="{18C7C7A0-E0BB-6C74-FE30-EE2A2B0030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5232" y="3510800"/>
            <a:ext cx="5147733" cy="28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0395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5CF9277-2ABD-D88B-46AB-0FCE52494C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6939" y="312154"/>
            <a:ext cx="7506090" cy="6233692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DA797F4-D20C-F40F-307E-C7472AAAF288}"/>
              </a:ext>
            </a:extLst>
          </p:cNvPr>
          <p:cNvSpPr txBox="1"/>
          <p:nvPr/>
        </p:nvSpPr>
        <p:spPr>
          <a:xfrm>
            <a:off x="9154886" y="308622"/>
            <a:ext cx="15215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rgbClr val="607A8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PEST</a:t>
            </a:r>
            <a:endParaRPr lang="en-VI" sz="4000" b="1" dirty="0">
              <a:solidFill>
                <a:srgbClr val="607A8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67909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3F65D2-0A2B-4CCF-B4A8-5A915121C3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1182" y="1153884"/>
            <a:ext cx="11354761" cy="5094516"/>
          </a:xfrm>
        </p:spPr>
        <p:txBody>
          <a:bodyPr>
            <a:noAutofit/>
          </a:bodyPr>
          <a:lstStyle/>
          <a:p>
            <a:r>
              <a:rPr lang="ru-RU" b="1" dirty="0"/>
              <a:t>Наиболее значимые факторами являются:</a:t>
            </a:r>
          </a:p>
          <a:p>
            <a:endParaRPr lang="ru-RU" dirty="0"/>
          </a:p>
          <a:p>
            <a:r>
              <a:rPr lang="ru-RU" b="1" dirty="0"/>
              <a:t>1. Экономические </a:t>
            </a:r>
            <a:r>
              <a:rPr lang="ru-RU" dirty="0"/>
              <a:t>(E) (25.0): Быстрый рост рынка (CAGR 21,9%) и Инвестиции (24.0). Рост рынка создает огромный спрос на автоматизацию и обеспечивает идеальные условия для масштабирования стартапа.</a:t>
            </a:r>
          </a:p>
          <a:p>
            <a:r>
              <a:rPr lang="ru-RU" b="1" dirty="0"/>
              <a:t>2. Технологические </a:t>
            </a:r>
            <a:r>
              <a:rPr lang="ru-RU" dirty="0"/>
              <a:t>(T) (25.0): Развитие NLP и Глубокое Обучение (24.0). Технологическое превосходство является основой продукта и ключом к сохранению конкурентного преимущества Dasha.AI.</a:t>
            </a:r>
          </a:p>
          <a:p>
            <a:r>
              <a:rPr lang="ru-RU" b="1" dirty="0"/>
              <a:t>3. Социальные (S</a:t>
            </a:r>
            <a:r>
              <a:rPr lang="ru-RU" dirty="0"/>
              <a:t>) (25.0): Рост ожиданий клиентов. Успех зависит от способности робота удовлетворить запрос на человекоподобное и эффективное общение 24/7.Риски/Ограничения.</a:t>
            </a:r>
          </a:p>
          <a:p>
            <a:r>
              <a:rPr lang="ru-RU" b="1" dirty="0"/>
              <a:t>Основные риски</a:t>
            </a:r>
            <a:r>
              <a:rPr lang="ru-RU" dirty="0"/>
              <a:t>: Вопросы Конфиденциальности данных и Закон о защите персональных данных (оценка 23.0). Необходимость строгого соответствия регулирующим нормам.</a:t>
            </a:r>
          </a:p>
          <a:p>
            <a:endParaRPr lang="ru-RU" dirty="0"/>
          </a:p>
          <a:p>
            <a:pPr marL="0" indent="0">
              <a:buNone/>
            </a:pPr>
            <a:r>
              <a:rPr lang="fa-IR" b="1" dirty="0"/>
              <a:t>* </a:t>
            </a:r>
            <a:r>
              <a:rPr lang="ru-RU" b="1" dirty="0"/>
              <a:t>Вывод: </a:t>
            </a:r>
            <a:r>
              <a:rPr lang="ru-RU" dirty="0"/>
              <a:t>Успех Dasha.AI определяется синергией Экономического спроса и Технологического лидерства, при строгом управлении Политическими/Социальными рисками.</a:t>
            </a:r>
            <a:endParaRPr lang="en-VI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6299884-2198-D2EF-6DE2-AAD165FE85A8}"/>
              </a:ext>
            </a:extLst>
          </p:cNvPr>
          <p:cNvSpPr txBox="1"/>
          <p:nvPr/>
        </p:nvSpPr>
        <p:spPr>
          <a:xfrm>
            <a:off x="271182" y="255868"/>
            <a:ext cx="22180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b="1" dirty="0">
                <a:solidFill>
                  <a:srgbClr val="607A8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вывод</a:t>
            </a:r>
            <a:endParaRPr lang="en-VI" sz="4000" b="1" dirty="0">
              <a:solidFill>
                <a:srgbClr val="607A8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983FE4C-129F-C754-F206-4906DFB6DD83}"/>
              </a:ext>
            </a:extLst>
          </p:cNvPr>
          <p:cNvSpPr txBox="1"/>
          <p:nvPr/>
        </p:nvSpPr>
        <p:spPr>
          <a:xfrm>
            <a:off x="271182" y="6069198"/>
            <a:ext cx="7019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https://www.gminsights.com/ru/industry-analysis/conversational-ai-market</a:t>
            </a:r>
            <a:endParaRPr lang="en-VI" dirty="0"/>
          </a:p>
        </p:txBody>
      </p:sp>
    </p:spTree>
    <p:extLst>
      <p:ext uri="{BB962C8B-B14F-4D97-AF65-F5344CB8AC3E}">
        <p14:creationId xmlns:p14="http://schemas.microsoft.com/office/powerpoint/2010/main" val="1592777817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113</TotalTime>
  <Words>289</Words>
  <Application>Microsoft Office PowerPoint</Application>
  <PresentationFormat>Widescreen</PresentationFormat>
  <Paragraphs>24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Corbel (Body)</vt:lpstr>
      <vt:lpstr>Gill Sans MT</vt:lpstr>
      <vt:lpstr>Parcel</vt:lpstr>
      <vt:lpstr>Dasha.AI Виртуальный робот-ассистент, который учится быть человеком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zzzz .</dc:creator>
  <cp:lastModifiedBy>zzzz .</cp:lastModifiedBy>
  <cp:revision>1</cp:revision>
  <dcterms:created xsi:type="dcterms:W3CDTF">2025-11-12T22:46:59Z</dcterms:created>
  <dcterms:modified xsi:type="dcterms:W3CDTF">2025-11-13T02:08:07Z</dcterms:modified>
</cp:coreProperties>
</file>
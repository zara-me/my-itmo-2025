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84B2"/>
    <a:srgbClr val="1490C2"/>
    <a:srgbClr val="5E8820"/>
    <a:srgbClr val="72A527"/>
    <a:srgbClr val="9AD345"/>
    <a:srgbClr val="B1DD71"/>
    <a:srgbClr val="B40000"/>
    <a:srgbClr val="A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zzz ." userId="647713aa9fd1e548" providerId="LiveId" clId="{48685CCB-B2E6-45A9-85C2-DD58BBB40597}"/>
    <pc:docChg chg="undo custSel addSld modSld">
      <pc:chgData name="zzzz ." userId="647713aa9fd1e548" providerId="LiveId" clId="{48685CCB-B2E6-45A9-85C2-DD58BBB40597}" dt="2025-11-09T03:57:30.438" v="382" actId="1076"/>
      <pc:docMkLst>
        <pc:docMk/>
      </pc:docMkLst>
      <pc:sldChg chg="addSp delSp modSp new mod setBg">
        <pc:chgData name="zzzz ." userId="647713aa9fd1e548" providerId="LiveId" clId="{48685CCB-B2E6-45A9-85C2-DD58BBB40597}" dt="2025-11-09T02:24:32.438" v="212" actId="2711"/>
        <pc:sldMkLst>
          <pc:docMk/>
          <pc:sldMk cId="355846046" sldId="256"/>
        </pc:sldMkLst>
        <pc:spChg chg="del">
          <ac:chgData name="zzzz ." userId="647713aa9fd1e548" providerId="LiveId" clId="{48685CCB-B2E6-45A9-85C2-DD58BBB40597}" dt="2025-11-08T23:57:39.915" v="1"/>
          <ac:spMkLst>
            <pc:docMk/>
            <pc:sldMk cId="355846046" sldId="256"/>
            <ac:spMk id="2" creationId="{B85DF4EA-5D80-603F-890C-B1A2EE001708}"/>
          </ac:spMkLst>
        </pc:spChg>
        <pc:spChg chg="del mod">
          <ac:chgData name="zzzz ." userId="647713aa9fd1e548" providerId="LiveId" clId="{48685CCB-B2E6-45A9-85C2-DD58BBB40597}" dt="2025-11-09T02:02:58.435" v="138"/>
          <ac:spMkLst>
            <pc:docMk/>
            <pc:sldMk cId="355846046" sldId="256"/>
            <ac:spMk id="3" creationId="{18A039EA-390F-C787-B8FC-BF1C6A6DFFF7}"/>
          </ac:spMkLst>
        </pc:spChg>
        <pc:spChg chg="add del mod">
          <ac:chgData name="zzzz ." userId="647713aa9fd1e548" providerId="LiveId" clId="{48685CCB-B2E6-45A9-85C2-DD58BBB40597}" dt="2025-11-09T02:00:31.546" v="134"/>
          <ac:spMkLst>
            <pc:docMk/>
            <pc:sldMk cId="355846046" sldId="256"/>
            <ac:spMk id="4" creationId="{10684159-9BD9-A529-E572-7188511F6F5E}"/>
          </ac:spMkLst>
        </pc:spChg>
        <pc:spChg chg="add del mod">
          <ac:chgData name="zzzz ." userId="647713aa9fd1e548" providerId="LiveId" clId="{48685CCB-B2E6-45A9-85C2-DD58BBB40597}" dt="2025-11-09T00:03:49.003" v="36"/>
          <ac:spMkLst>
            <pc:docMk/>
            <pc:sldMk cId="355846046" sldId="256"/>
            <ac:spMk id="5" creationId="{7EFD8976-D9F7-B9E1-C8D0-24028FAA186F}"/>
          </ac:spMkLst>
        </pc:spChg>
        <pc:spChg chg="add mod">
          <ac:chgData name="zzzz ." userId="647713aa9fd1e548" providerId="LiveId" clId="{48685CCB-B2E6-45A9-85C2-DD58BBB40597}" dt="2025-11-09T02:07:08.735" v="158" actId="1076"/>
          <ac:spMkLst>
            <pc:docMk/>
            <pc:sldMk cId="355846046" sldId="256"/>
            <ac:spMk id="6" creationId="{5537A680-2D39-AB70-C872-F03428A4BF20}"/>
          </ac:spMkLst>
        </pc:spChg>
        <pc:spChg chg="add mod">
          <ac:chgData name="zzzz ." userId="647713aa9fd1e548" providerId="LiveId" clId="{48685CCB-B2E6-45A9-85C2-DD58BBB40597}" dt="2025-11-09T02:05:20.053" v="146" actId="1076"/>
          <ac:spMkLst>
            <pc:docMk/>
            <pc:sldMk cId="355846046" sldId="256"/>
            <ac:spMk id="7" creationId="{255FCEFB-2570-F7A8-3062-E28E75735D12}"/>
          </ac:spMkLst>
        </pc:spChg>
        <pc:spChg chg="add">
          <ac:chgData name="zzzz ." userId="647713aa9fd1e548" providerId="LiveId" clId="{48685CCB-B2E6-45A9-85C2-DD58BBB40597}" dt="2025-11-09T02:00:20.722" v="129"/>
          <ac:spMkLst>
            <pc:docMk/>
            <pc:sldMk cId="355846046" sldId="256"/>
            <ac:spMk id="8" creationId="{4DED7ABC-88F5-957B-2CEE-98E1B295495F}"/>
          </ac:spMkLst>
        </pc:spChg>
        <pc:spChg chg="add mod">
          <ac:chgData name="zzzz ." userId="647713aa9fd1e548" providerId="LiveId" clId="{48685CCB-B2E6-45A9-85C2-DD58BBB40597}" dt="2025-11-09T02:00:26.744" v="131"/>
          <ac:spMkLst>
            <pc:docMk/>
            <pc:sldMk cId="355846046" sldId="256"/>
            <ac:spMk id="9" creationId="{F7BEF8BF-3551-9523-5C74-2A9AC88B550C}"/>
          </ac:spMkLst>
        </pc:spChg>
        <pc:spChg chg="add mod">
          <ac:chgData name="zzzz ." userId="647713aa9fd1e548" providerId="LiveId" clId="{48685CCB-B2E6-45A9-85C2-DD58BBB40597}" dt="2025-11-09T02:20:05.353" v="203" actId="1036"/>
          <ac:spMkLst>
            <pc:docMk/>
            <pc:sldMk cId="355846046" sldId="256"/>
            <ac:spMk id="10" creationId="{AEC4884D-EFFE-B0BC-3CC5-28878A21EB55}"/>
          </ac:spMkLst>
        </pc:spChg>
        <pc:spChg chg="add mod">
          <ac:chgData name="zzzz ." userId="647713aa9fd1e548" providerId="LiveId" clId="{48685CCB-B2E6-45A9-85C2-DD58BBB40597}" dt="2025-11-09T02:24:32.438" v="212" actId="2711"/>
          <ac:spMkLst>
            <pc:docMk/>
            <pc:sldMk cId="355846046" sldId="256"/>
            <ac:spMk id="11" creationId="{8652C141-1379-1EB9-3EE6-ECA3404EC083}"/>
          </ac:spMkLst>
        </pc:spChg>
      </pc:sldChg>
      <pc:sldChg chg="addSp delSp modSp new mod">
        <pc:chgData name="zzzz ." userId="647713aa9fd1e548" providerId="LiveId" clId="{48685CCB-B2E6-45A9-85C2-DD58BBB40597}" dt="2025-11-09T02:35:39.543" v="277" actId="20577"/>
        <pc:sldMkLst>
          <pc:docMk/>
          <pc:sldMk cId="1598519856" sldId="257"/>
        </pc:sldMkLst>
        <pc:spChg chg="mod">
          <ac:chgData name="zzzz ." userId="647713aa9fd1e548" providerId="LiveId" clId="{48685CCB-B2E6-45A9-85C2-DD58BBB40597}" dt="2025-11-09T02:21:06.322" v="207" actId="113"/>
          <ac:spMkLst>
            <pc:docMk/>
            <pc:sldMk cId="1598519856" sldId="257"/>
            <ac:spMk id="2" creationId="{D649108D-7E76-8027-0604-D0AF606D025F}"/>
          </ac:spMkLst>
        </pc:spChg>
        <pc:spChg chg="add del">
          <ac:chgData name="zzzz ." userId="647713aa9fd1e548" providerId="LiveId" clId="{48685CCB-B2E6-45A9-85C2-DD58BBB40597}" dt="2025-11-09T02:29:00.880" v="222"/>
          <ac:spMkLst>
            <pc:docMk/>
            <pc:sldMk cId="1598519856" sldId="257"/>
            <ac:spMk id="3" creationId="{95ACE322-9611-E6B2-0D53-7FBFAEEE409A}"/>
          </ac:spMkLst>
        </pc:spChg>
        <pc:spChg chg="add del mod">
          <ac:chgData name="zzzz ." userId="647713aa9fd1e548" providerId="LiveId" clId="{48685CCB-B2E6-45A9-85C2-DD58BBB40597}" dt="2025-11-09T02:35:22.558" v="261" actId="478"/>
          <ac:spMkLst>
            <pc:docMk/>
            <pc:sldMk cId="1598519856" sldId="257"/>
            <ac:spMk id="7" creationId="{857C026F-3D5A-DAF5-B968-B322148C3215}"/>
          </ac:spMkLst>
        </pc:spChg>
        <pc:graphicFrameChg chg="add mod modGraphic">
          <ac:chgData name="zzzz ." userId="647713aa9fd1e548" providerId="LiveId" clId="{48685CCB-B2E6-45A9-85C2-DD58BBB40597}" dt="2025-11-09T02:26:25.162" v="220"/>
          <ac:graphicFrameMkLst>
            <pc:docMk/>
            <pc:sldMk cId="1598519856" sldId="257"/>
            <ac:graphicFrameMk id="4" creationId="{9B1E225E-2D87-BF14-8696-2DF277350466}"/>
          </ac:graphicFrameMkLst>
        </pc:graphicFrameChg>
        <pc:graphicFrameChg chg="add del mod modGraphic">
          <ac:chgData name="zzzz ." userId="647713aa9fd1e548" providerId="LiveId" clId="{48685CCB-B2E6-45A9-85C2-DD58BBB40597}" dt="2025-11-09T02:35:39.543" v="277" actId="20577"/>
          <ac:graphicFrameMkLst>
            <pc:docMk/>
            <pc:sldMk cId="1598519856" sldId="257"/>
            <ac:graphicFrameMk id="5" creationId="{F867FF57-79C0-AF04-A4DA-33C6747BD1BD}"/>
          </ac:graphicFrameMkLst>
        </pc:graphicFrameChg>
      </pc:sldChg>
      <pc:sldChg chg="addSp delSp modSp new mod">
        <pc:chgData name="zzzz ." userId="647713aa9fd1e548" providerId="LiveId" clId="{48685CCB-B2E6-45A9-85C2-DD58BBB40597}" dt="2025-11-09T02:40:14.659" v="314" actId="1076"/>
        <pc:sldMkLst>
          <pc:docMk/>
          <pc:sldMk cId="3783004326" sldId="258"/>
        </pc:sldMkLst>
        <pc:spChg chg="mod">
          <ac:chgData name="zzzz ." userId="647713aa9fd1e548" providerId="LiveId" clId="{48685CCB-B2E6-45A9-85C2-DD58BBB40597}" dt="2025-11-09T02:28:31.321" v="221"/>
          <ac:spMkLst>
            <pc:docMk/>
            <pc:sldMk cId="3783004326" sldId="258"/>
            <ac:spMk id="2" creationId="{DC00F29C-23A9-0411-E0B1-DBF549495F70}"/>
          </ac:spMkLst>
        </pc:spChg>
        <pc:spChg chg="del">
          <ac:chgData name="zzzz ." userId="647713aa9fd1e548" providerId="LiveId" clId="{48685CCB-B2E6-45A9-85C2-DD58BBB40597}" dt="2025-11-09T02:36:23.584" v="278"/>
          <ac:spMkLst>
            <pc:docMk/>
            <pc:sldMk cId="3783004326" sldId="258"/>
            <ac:spMk id="3" creationId="{EC25028A-5851-4821-0C32-0F035C0702F2}"/>
          </ac:spMkLst>
        </pc:spChg>
        <pc:spChg chg="add mod">
          <ac:chgData name="zzzz ." userId="647713aa9fd1e548" providerId="LiveId" clId="{48685CCB-B2E6-45A9-85C2-DD58BBB40597}" dt="2025-11-09T02:40:14.659" v="314" actId="1076"/>
          <ac:spMkLst>
            <pc:docMk/>
            <pc:sldMk cId="3783004326" sldId="258"/>
            <ac:spMk id="4" creationId="{5A7CE347-3E87-FFDE-9D87-1C4110086D04}"/>
          </ac:spMkLst>
        </pc:spChg>
        <pc:picChg chg="add mod">
          <ac:chgData name="zzzz ." userId="647713aa9fd1e548" providerId="LiveId" clId="{48685CCB-B2E6-45A9-85C2-DD58BBB40597}" dt="2025-11-09T02:36:51.164" v="286" actId="1076"/>
          <ac:picMkLst>
            <pc:docMk/>
            <pc:sldMk cId="3783004326" sldId="258"/>
            <ac:picMk id="3074" creationId="{921042DE-BACB-92A5-95D3-C883C9BCA3D0}"/>
          </ac:picMkLst>
        </pc:picChg>
        <pc:picChg chg="add mod">
          <ac:chgData name="zzzz ." userId="647713aa9fd1e548" providerId="LiveId" clId="{48685CCB-B2E6-45A9-85C2-DD58BBB40597}" dt="2025-11-09T02:37:00.335" v="290" actId="1076"/>
          <ac:picMkLst>
            <pc:docMk/>
            <pc:sldMk cId="3783004326" sldId="258"/>
            <ac:picMk id="3076" creationId="{250EE655-6F64-1142-0A3C-C4EBD2FBCE63}"/>
          </ac:picMkLst>
        </pc:picChg>
      </pc:sldChg>
      <pc:sldChg chg="addSp delSp modSp new mod">
        <pc:chgData name="zzzz ." userId="647713aa9fd1e548" providerId="LiveId" clId="{48685CCB-B2E6-45A9-85C2-DD58BBB40597}" dt="2025-11-09T03:57:30.438" v="382" actId="1076"/>
        <pc:sldMkLst>
          <pc:docMk/>
          <pc:sldMk cId="2710745181" sldId="259"/>
        </pc:sldMkLst>
        <pc:spChg chg="mod">
          <ac:chgData name="zzzz ." userId="647713aa9fd1e548" providerId="LiveId" clId="{48685CCB-B2E6-45A9-85C2-DD58BBB40597}" dt="2025-11-09T03:57:23.710" v="380" actId="255"/>
          <ac:spMkLst>
            <pc:docMk/>
            <pc:sldMk cId="2710745181" sldId="259"/>
            <ac:spMk id="2" creationId="{94A8906C-06A2-D239-A49B-479C97C295F6}"/>
          </ac:spMkLst>
        </pc:spChg>
        <pc:spChg chg="del mod">
          <ac:chgData name="zzzz ." userId="647713aa9fd1e548" providerId="LiveId" clId="{48685CCB-B2E6-45A9-85C2-DD58BBB40597}" dt="2025-11-09T03:28:05.804" v="318" actId="22"/>
          <ac:spMkLst>
            <pc:docMk/>
            <pc:sldMk cId="2710745181" sldId="259"/>
            <ac:spMk id="3" creationId="{D1B852FF-38F8-10C8-694D-97FD37FCF3DD}"/>
          </ac:spMkLst>
        </pc:spChg>
        <pc:spChg chg="add del mod">
          <ac:chgData name="zzzz ." userId="647713aa9fd1e548" providerId="LiveId" clId="{48685CCB-B2E6-45A9-85C2-DD58BBB40597}" dt="2025-11-09T03:42:52.144" v="328"/>
          <ac:spMkLst>
            <pc:docMk/>
            <pc:sldMk cId="2710745181" sldId="259"/>
            <ac:spMk id="6" creationId="{47507EC8-F40C-647E-1BDC-6CFFDA3D81F2}"/>
          </ac:spMkLst>
        </pc:spChg>
        <pc:graphicFrameChg chg="add del mod modGraphic">
          <ac:chgData name="zzzz ." userId="647713aa9fd1e548" providerId="LiveId" clId="{48685CCB-B2E6-45A9-85C2-DD58BBB40597}" dt="2025-11-09T03:45:01.140" v="344" actId="478"/>
          <ac:graphicFrameMkLst>
            <pc:docMk/>
            <pc:sldMk cId="2710745181" sldId="259"/>
            <ac:graphicFrameMk id="7" creationId="{2D456805-23A8-1A3A-2F65-EFCA85915FFD}"/>
          </ac:graphicFrameMkLst>
        </pc:graphicFrameChg>
        <pc:picChg chg="add mod ord">
          <ac:chgData name="zzzz ." userId="647713aa9fd1e548" providerId="LiveId" clId="{48685CCB-B2E6-45A9-85C2-DD58BBB40597}" dt="2025-11-09T03:57:30.438" v="382" actId="1076"/>
          <ac:picMkLst>
            <pc:docMk/>
            <pc:sldMk cId="2710745181" sldId="259"/>
            <ac:picMk id="5" creationId="{FDEBFC35-E9E2-391B-6A41-FAB9EF6F768D}"/>
          </ac:picMkLst>
        </pc:picChg>
      </pc:sldChg>
      <pc:sldChg chg="addSp delSp modSp new mod">
        <pc:chgData name="zzzz ." userId="647713aa9fd1e548" providerId="LiveId" clId="{48685CCB-B2E6-45A9-85C2-DD58BBB40597}" dt="2025-11-09T03:44:47.820" v="341" actId="207"/>
        <pc:sldMkLst>
          <pc:docMk/>
          <pc:sldMk cId="3397567347" sldId="260"/>
        </pc:sldMkLst>
        <pc:spChg chg="mod">
          <ac:chgData name="zzzz ." userId="647713aa9fd1e548" providerId="LiveId" clId="{48685CCB-B2E6-45A9-85C2-DD58BBB40597}" dt="2025-11-09T03:44:47.820" v="341" actId="207"/>
          <ac:spMkLst>
            <pc:docMk/>
            <pc:sldMk cId="3397567347" sldId="260"/>
            <ac:spMk id="2" creationId="{7E1B8564-7F6E-A4A7-27B9-3D43418BD6C7}"/>
          </ac:spMkLst>
        </pc:spChg>
        <pc:spChg chg="del">
          <ac:chgData name="zzzz ." userId="647713aa9fd1e548" providerId="LiveId" clId="{48685CCB-B2E6-45A9-85C2-DD58BBB40597}" dt="2025-11-09T03:42:53.745" v="329"/>
          <ac:spMkLst>
            <pc:docMk/>
            <pc:sldMk cId="3397567347" sldId="260"/>
            <ac:spMk id="3" creationId="{B58F87DA-7794-4DEA-A4B6-2812D490C7F4}"/>
          </ac:spMkLst>
        </pc:spChg>
        <pc:graphicFrameChg chg="add mod modGraphic">
          <ac:chgData name="zzzz ." userId="647713aa9fd1e548" providerId="LiveId" clId="{48685CCB-B2E6-45A9-85C2-DD58BBB40597}" dt="2025-11-09T03:43:28.360" v="338" actId="20577"/>
          <ac:graphicFrameMkLst>
            <pc:docMk/>
            <pc:sldMk cId="3397567347" sldId="260"/>
            <ac:graphicFrameMk id="4" creationId="{A4D2671F-5C78-D048-B951-C4C2CF6725A3}"/>
          </ac:graphicFrameMkLst>
        </pc:graphicFrameChg>
      </pc:sldChg>
      <pc:sldChg chg="addSp delSp modSp new mod">
        <pc:chgData name="zzzz ." userId="647713aa9fd1e548" providerId="LiveId" clId="{48685CCB-B2E6-45A9-85C2-DD58BBB40597}" dt="2025-11-09T03:57:06.733" v="379" actId="2711"/>
        <pc:sldMkLst>
          <pc:docMk/>
          <pc:sldMk cId="2705784424" sldId="261"/>
        </pc:sldMkLst>
        <pc:spChg chg="mod">
          <ac:chgData name="zzzz ." userId="647713aa9fd1e548" providerId="LiveId" clId="{48685CCB-B2E6-45A9-85C2-DD58BBB40597}" dt="2025-11-09T03:57:06.733" v="379" actId="2711"/>
          <ac:spMkLst>
            <pc:docMk/>
            <pc:sldMk cId="2705784424" sldId="261"/>
            <ac:spMk id="2" creationId="{A5A10EAA-3929-C502-EF94-1A89DD9C04F2}"/>
          </ac:spMkLst>
        </pc:spChg>
        <pc:spChg chg="del">
          <ac:chgData name="zzzz ." userId="647713aa9fd1e548" providerId="LiveId" clId="{48685CCB-B2E6-45A9-85C2-DD58BBB40597}" dt="2025-11-09T03:55:36.378" v="346"/>
          <ac:spMkLst>
            <pc:docMk/>
            <pc:sldMk cId="2705784424" sldId="261"/>
            <ac:spMk id="3" creationId="{E54B456A-A323-851A-631D-E091D75430BA}"/>
          </ac:spMkLst>
        </pc:spChg>
        <pc:spChg chg="add mod">
          <ac:chgData name="zzzz ." userId="647713aa9fd1e548" providerId="LiveId" clId="{48685CCB-B2E6-45A9-85C2-DD58BBB40597}" dt="2025-11-09T03:56:57.310" v="377" actId="1076"/>
          <ac:spMkLst>
            <pc:docMk/>
            <pc:sldMk cId="2705784424" sldId="261"/>
            <ac:spMk id="4" creationId="{896AF44A-0ABC-04C5-D5EB-B14DCF99BA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014AE7-BA20-400E-918C-DB4C57AAD28A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93708-AAB4-4039-8251-01DD8C6B1434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56322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93708-AAB4-4039-8251-01DD8C6B1434}" type="slidenum">
              <a:rPr lang="en-VI" smtClean="0"/>
              <a:t>1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63574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76143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49992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31852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30231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44535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56892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50335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90612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290450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95364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407891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C0BCC-2328-4C8D-B579-EFD4EB1280F7}" type="datetimeFigureOut">
              <a:rPr lang="en-VI" smtClean="0"/>
              <a:t>11/9/2025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998BC-BED4-40FA-B2F7-D6C67D14C7F8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44947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84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37A680-2D39-AB70-C872-F03428A4BF20}"/>
              </a:ext>
            </a:extLst>
          </p:cNvPr>
          <p:cNvSpPr txBox="1"/>
          <p:nvPr/>
        </p:nvSpPr>
        <p:spPr>
          <a:xfrm>
            <a:off x="197982" y="5545957"/>
            <a:ext cx="238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Выполнил</a:t>
            </a:r>
            <a:r>
              <a:rPr lang="en-US" sz="2000" dirty="0">
                <a:solidFill>
                  <a:schemeClr val="bg1"/>
                </a:solidFill>
                <a:latin typeface="Pristina" panose="03060402040406080204" pitchFamily="66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ru-RU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Захра Дарабзадех</a:t>
            </a:r>
            <a:endParaRPr lang="en-US" sz="2000" dirty="0">
              <a:solidFill>
                <a:schemeClr val="bg1"/>
              </a:solidFill>
              <a:latin typeface="Pristina" panose="03060402040406080204" pitchFamily="66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FCEFB-2570-F7A8-3062-E28E75735D12}"/>
              </a:ext>
            </a:extLst>
          </p:cNvPr>
          <p:cNvSpPr txBox="1"/>
          <p:nvPr/>
        </p:nvSpPr>
        <p:spPr>
          <a:xfrm>
            <a:off x="5743978" y="6253843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2025</a:t>
            </a:r>
            <a:endParaRPr lang="en-VI" sz="2000" dirty="0">
              <a:solidFill>
                <a:schemeClr val="bg1"/>
              </a:solidFill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EC4884D-EFFE-B0BC-3CC5-28878A21EB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232524" y="2484259"/>
            <a:ext cx="622171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SkillUp</a:t>
            </a:r>
            <a:r>
              <a:rPr lang="en-US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Academy</a:t>
            </a:r>
            <a:endParaRPr kumimoji="0" lang="en-VI" altLang="en-VI" sz="5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652C141-1379-1EB9-3EE6-ECA3404EC0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493395" y="3494315"/>
            <a:ext cx="769997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Платформа дополнительного профессионального </a:t>
            </a:r>
            <a:endParaRPr lang="fa-IR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Образования</a:t>
            </a:r>
            <a:r>
              <a:rPr lang="fa-IR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(ДПО) </a:t>
            </a:r>
            <a:r>
              <a:rPr lang="ru-RU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сфере IT</a:t>
            </a:r>
            <a:endParaRPr kumimoji="0" lang="en-VI" altLang="en-VI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4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9108D-7E76-8027-0604-D0AF606D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284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рынка</a:t>
            </a:r>
            <a:endParaRPr lang="en-VI" dirty="0">
              <a:solidFill>
                <a:srgbClr val="1284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67FF57-79C0-AF04-A4DA-33C6747BD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856528"/>
              </p:ext>
            </p:extLst>
          </p:nvPr>
        </p:nvGraphicFramePr>
        <p:xfrm>
          <a:off x="838200" y="1690688"/>
          <a:ext cx="10515600" cy="4187597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822487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83664228"/>
                    </a:ext>
                  </a:extLst>
                </a:gridCol>
              </a:tblGrid>
              <a:tr h="670016">
                <a:tc>
                  <a:txBody>
                    <a:bodyPr/>
                    <a:lstStyle/>
                    <a:p>
                      <a:r>
                        <a:rPr lang="ru-RU" b="1" dirty="0"/>
                        <a:t>Объем рынка ДПО</a:t>
                      </a:r>
                      <a:r>
                        <a:rPr lang="fa-IR" b="1" dirty="0"/>
                        <a:t>: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₽52 млрд</a:t>
                      </a:r>
                      <a:r>
                        <a:rPr lang="ru-RU" dirty="0"/>
                        <a:t> (2024 г.). Рост: </a:t>
                      </a:r>
                      <a:r>
                        <a:rPr lang="ru-RU" b="1" dirty="0"/>
                        <a:t>+19,6%</a:t>
                      </a:r>
                      <a:r>
                        <a:rPr lang="ru-RU" dirty="0"/>
                        <a:t> за год.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260124"/>
                  </a:ext>
                </a:extLst>
              </a:tr>
              <a:tr h="1172527">
                <a:tc>
                  <a:txBody>
                    <a:bodyPr/>
                    <a:lstStyle/>
                    <a:p>
                      <a:r>
                        <a:rPr lang="ru-RU" b="1" dirty="0"/>
                        <a:t>Потенциал рынка</a:t>
                      </a:r>
                      <a:r>
                        <a:rPr lang="en-US" b="1" dirty="0"/>
                        <a:t>: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Потенциальная емкость: </a:t>
                      </a:r>
                      <a:r>
                        <a:rPr lang="ru-RU" b="1" dirty="0"/>
                        <a:t>&gt; ₽150 млрд</a:t>
                      </a:r>
                      <a:r>
                        <a:rPr lang="ru-RU" dirty="0"/>
                        <a:t> (в 3 раза выше текущего объема).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109106"/>
                  </a:ext>
                </a:extLst>
              </a:tr>
              <a:tr h="1172527">
                <a:tc>
                  <a:txBody>
                    <a:bodyPr/>
                    <a:lstStyle/>
                    <a:p>
                      <a:r>
                        <a:rPr lang="ru-RU" b="1" dirty="0"/>
                        <a:t>Ключевой спрос</a:t>
                      </a:r>
                      <a:r>
                        <a:rPr lang="en-US" b="1" dirty="0"/>
                        <a:t>: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/>
                        <a:t>IT-направления</a:t>
                      </a:r>
                      <a:r>
                        <a:rPr lang="ru-RU"/>
                        <a:t> (программирование/дизайн) — </a:t>
                      </a:r>
                      <a:r>
                        <a:rPr lang="ru-RU" b="1"/>
                        <a:t>36%</a:t>
                      </a:r>
                      <a:r>
                        <a:rPr lang="ru-RU"/>
                        <a:t> всей выручки ДПО.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710107"/>
                  </a:ext>
                </a:extLst>
              </a:tr>
              <a:tr h="1172527">
                <a:tc>
                  <a:txBody>
                    <a:bodyPr/>
                    <a:lstStyle/>
                    <a:p>
                      <a:r>
                        <a:rPr lang="ru-RU" b="1" dirty="0"/>
                        <a:t>Общий тренд</a:t>
                      </a:r>
                      <a:r>
                        <a:rPr lang="en-US" b="1" dirty="0"/>
                        <a:t>: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Аудитория онлайн-обучения выросла с 3,1 млн до </a:t>
                      </a:r>
                      <a:r>
                        <a:rPr lang="ru-RU" b="1" dirty="0"/>
                        <a:t>8,1 млн</a:t>
                      </a:r>
                      <a:r>
                        <a:rPr lang="ru-RU" dirty="0"/>
                        <a:t> человек за 5 лет.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997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519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F29C-23A9-0411-E0B1-DBF54949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284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рынка</a:t>
            </a:r>
            <a:endParaRPr lang="en-VI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21042DE-BACB-92A5-95D3-C883C9BCA3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855" y="1690688"/>
            <a:ext cx="5710573" cy="328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50EE655-6F64-1142-0A3C-C4EBD2FBC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6" y="1900219"/>
            <a:ext cx="5199093" cy="305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7CE347-3E87-FFDE-9D87-1C4110086D04}"/>
              </a:ext>
            </a:extLst>
          </p:cNvPr>
          <p:cNvSpPr txBox="1"/>
          <p:nvPr/>
        </p:nvSpPr>
        <p:spPr>
          <a:xfrm>
            <a:off x="838200" y="5682343"/>
            <a:ext cx="290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Источники</a:t>
            </a:r>
            <a:r>
              <a:rPr lang="en-US" dirty="0"/>
              <a:t>: www.tadviser.ru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783004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906C-06A2-D239-A49B-479C97C29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028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1284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PEST-</a:t>
            </a:r>
            <a:r>
              <a:rPr lang="ru-RU" dirty="0">
                <a:solidFill>
                  <a:srgbClr val="1284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</a:t>
            </a:r>
            <a:endParaRPr lang="en-VI" dirty="0">
              <a:solidFill>
                <a:srgbClr val="1284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EBFC35-E9E2-391B-6A41-FAB9EF6F7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33488"/>
            <a:ext cx="6711225" cy="5083175"/>
          </a:xfrm>
        </p:spPr>
      </p:pic>
    </p:spTree>
    <p:extLst>
      <p:ext uri="{BB962C8B-B14F-4D97-AF65-F5344CB8AC3E}">
        <p14:creationId xmlns:p14="http://schemas.microsoft.com/office/powerpoint/2010/main" val="271074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8564-7F6E-A4A7-27B9-3D43418B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284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 и Стратегия</a:t>
            </a:r>
            <a:endParaRPr lang="en-VI" dirty="0">
              <a:solidFill>
                <a:srgbClr val="1284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D2671F-5C78-D048-B951-C4C2CF6725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420885"/>
              </p:ext>
            </p:extLst>
          </p:nvPr>
        </p:nvGraphicFramePr>
        <p:xfrm>
          <a:off x="838200" y="1930400"/>
          <a:ext cx="10515600" cy="3625373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059107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27371797"/>
                    </a:ext>
                  </a:extLst>
                </a:gridCol>
              </a:tblGrid>
              <a:tr h="426515">
                <a:tc>
                  <a:txBody>
                    <a:bodyPr/>
                    <a:lstStyle/>
                    <a:p>
                      <a:r>
                        <a:rPr lang="ru-RU" b="1" dirty="0"/>
                        <a:t>Проблема (Вызов)</a:t>
                      </a:r>
                      <a:r>
                        <a:rPr lang="fa-IR" b="1" dirty="0"/>
                        <a:t>: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Решение</a:t>
                      </a:r>
                      <a:r>
                        <a:rPr lang="fa-IR" b="1" dirty="0"/>
                        <a:t>:</a:t>
                      </a:r>
                      <a:endParaRPr lang="ru-RU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598076"/>
                  </a:ext>
                </a:extLst>
              </a:tr>
              <a:tr h="1066286">
                <a:tc>
                  <a:txBody>
                    <a:bodyPr/>
                    <a:lstStyle/>
                    <a:p>
                      <a:r>
                        <a:rPr lang="ru-RU" b="1" dirty="0"/>
                        <a:t>Финансовый барьер (низкая доступность кредитов)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Введение внутренней рассрочки и модульной оплаты — снижение зависимости от банков и повышение доступности курсов.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771426"/>
                  </a:ext>
                </a:extLst>
              </a:tr>
              <a:tr h="1066286">
                <a:tc>
                  <a:txBody>
                    <a:bodyPr/>
                    <a:lstStyle/>
                    <a:p>
                      <a:r>
                        <a:rPr lang="ru-RU" b="1"/>
                        <a:t>Падение интереса к </a:t>
                      </a:r>
                      <a:r>
                        <a:rPr lang="en-US" b="1"/>
                        <a:t>IT-</a:t>
                      </a:r>
                      <a:r>
                        <a:rPr lang="ru-RU" b="1"/>
                        <a:t>направлениям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Сфокусироваться на корпоративном сегменте (B2B) и программах повышения квалификации — спрос здесь остаётся стабильным.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633597"/>
                  </a:ext>
                </a:extLst>
              </a:tr>
              <a:tr h="1066286">
                <a:tc>
                  <a:txBody>
                    <a:bodyPr/>
                    <a:lstStyle/>
                    <a:p>
                      <a:r>
                        <a:rPr lang="ru-RU" b="1" dirty="0"/>
                        <a:t>Консолидация рынка и рост конкуренции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Повышение уникальности обучения за счёт использования ИИ для персонализации и улучшения качества контента.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99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56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10EAA-3929-C502-EF94-1A89DD9C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284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 Проекта</a:t>
            </a:r>
            <a:endParaRPr lang="en-VI" dirty="0">
              <a:solidFill>
                <a:srgbClr val="1284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6AF44A-0ABC-04C5-D5EB-B14DCF99BA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9900" y="2004179"/>
            <a:ext cx="1125219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VI" sz="2000" b="1" dirty="0">
                <a:latin typeface="Arial" panose="020B0604020202020204" pitchFamily="34" charset="0"/>
              </a:rPr>
              <a:t>1.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Потенциал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Рынок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IT-ДПО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обладает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потенциалом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₽150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млрд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наш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фокус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IT-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сфере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20%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рынка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является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наиболее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стратегичным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fa-IR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VI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Главный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Риск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Высокая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ключевая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ставка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обвалила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одобрение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рассрочки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20%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является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критической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угрозой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нашей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выручки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VI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Драйвер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Роста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Ключевая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возможность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использование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Нацпроекта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Кадры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привлечения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государственного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спроса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финансирования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VI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Стратегия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Успех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зависит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введения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своей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внутренней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рассрочки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становления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партнером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государства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переподготовке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IT-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специалистов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5784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243</TotalTime>
  <Words>264</Words>
  <Application>Microsoft Office PowerPoint</Application>
  <PresentationFormat>Widescreen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Pristina</vt:lpstr>
      <vt:lpstr>Roboto</vt:lpstr>
      <vt:lpstr>Office 2013 - 2022 Theme</vt:lpstr>
      <vt:lpstr>SkillUp IT Academy</vt:lpstr>
      <vt:lpstr>Анализ рынка</vt:lpstr>
      <vt:lpstr>Анализ рынка</vt:lpstr>
      <vt:lpstr>PEST-анализ</vt:lpstr>
      <vt:lpstr>Решение и Стратегия</vt:lpstr>
      <vt:lpstr>Вывод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zzzz .</dc:creator>
  <cp:lastModifiedBy>zzzz .</cp:lastModifiedBy>
  <cp:revision>1</cp:revision>
  <dcterms:created xsi:type="dcterms:W3CDTF">2025-11-08T23:54:25Z</dcterms:created>
  <dcterms:modified xsi:type="dcterms:W3CDTF">2025-11-09T03:58:00Z</dcterms:modified>
</cp:coreProperties>
</file>
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g" ContentType="image/jpe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12.xml" ContentType="application/vnd.openxmlformats-officedocument.presentationml.slide+xml"/>
  <Override PartName="/ppt/slides/slide3.xml" ContentType="application/vnd.openxmlformats-officedocument.presentationml.slide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s/slide21.xml" ContentType="application/vnd.openxmlformats-officedocument.presentationml.slide+xml"/>
  <Override PartName="/ppt/slides/slide7.xml" ContentType="application/vnd.openxmlformats-officedocument.presentationml.slide+xml"/>
  <Override PartName="/ppt/slideLayouts/slideLayout1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s/slide1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Layouts/slideLayout18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</p:sldIdLst>
  <p:sldSz cx="9144000" cy="5143500" type="screen16x9"/>
  <p:notesSz cx="9144000" cy="5143500"/>
  <p:defaultTextStyle>
    <a:defPPr>
      <a:defRPr lang="en-US"/>
    </a:defPPr>
    <a:lvl1pPr marL="0" algn="l" defTabSz="4572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howGuides="1" snapToGrid="0" snapToObjects="1">
      <p:cViewPr varScale="1">
        <p:scale>
          <a:sx n="110" d="100"/>
          <a:sy n="110" d="100"/>
        </p:scale>
        <p:origin x="682" y="67"/>
      </p:cViewPr>
      <p:guideLst>
        <p:guide pos="1611" orient="horz"/>
        <p:guide pos="2874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presProps" Target="presProps.xml" /><Relationship Id="rId27" Type="http://schemas.openxmlformats.org/officeDocument/2006/relationships/tableStyles" Target="tableStyles.xml" /><Relationship Id="rId28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g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g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g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jpg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1_Title Slide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 bwMode="auto"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8" name="TextBox 7"/>
          <p:cNvSpPr txBox="1"/>
          <p:nvPr/>
        </p:nvSpPr>
        <p:spPr bwMode="auto">
          <a:xfrm>
            <a:off x="5910801" y="4272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" name="TextBox 1"/>
          <p:cNvSpPr txBox="1"/>
          <p:nvPr userDrawn="1"/>
        </p:nvSpPr>
        <p:spPr bwMode="auto"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3" name="TextBox 2"/>
          <p:cNvSpPr txBox="1"/>
          <p:nvPr userDrawn="1"/>
        </p:nvSpPr>
        <p:spPr bwMode="auto">
          <a:xfrm>
            <a:off x="5910801" y="4272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sz="half" idx="1" hasCustomPrompt="1"/>
          </p:nvPr>
        </p:nvSpPr>
        <p:spPr bwMode="auto"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2000"/>
            </a:lvl1pPr>
            <a:lvl2pPr marL="457200" indent="0">
              <a:buFont typeface="Arial"/>
              <a:buNone/>
              <a:defRPr sz="2400"/>
            </a:lvl2pPr>
            <a:lvl3pPr marL="914400" indent="0">
              <a:buFont typeface="Arial"/>
              <a:buNone/>
              <a:defRPr sz="2000"/>
            </a:lvl3pPr>
            <a:lvl4pPr marL="1371600" indent="0">
              <a:buFont typeface="Arial"/>
              <a:buNone/>
              <a:defRPr sz="1800"/>
            </a:lvl4pPr>
            <a:lvl5pPr marL="1828800" indent="0">
              <a:buFont typeface="Arial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>
              <a:defRPr/>
            </a:pPr>
            <a:r>
              <a:rPr lang="ru-RU" sz="20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/>
          </a:p>
          <a:p>
            <a:pPr>
              <a:defRPr/>
            </a:pPr>
            <a:endParaRPr lang="ru-RU" sz="2000"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8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8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8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8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Ckfql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 bwMode="auto">
          <a:xfrm>
            <a:off x="457200" y="1211943"/>
            <a:ext cx="7467600" cy="3447143"/>
          </a:xfrm>
        </p:spPr>
        <p:txBody>
          <a:bodyPr/>
          <a:lstStyle>
            <a:lvl1pPr marL="0" indent="0">
              <a:buFont typeface="Arial"/>
              <a:buNone/>
              <a:defRPr sz="1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>
              <a:defRPr/>
            </a:pPr>
            <a:r>
              <a:rPr lang="ru-RU" sz="24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/>
          </a:p>
          <a:p>
            <a:pPr>
              <a:defRPr/>
            </a:pPr>
            <a:endParaRPr lang="ru-RU" sz="2400"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20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20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20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20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</p:spTree>
  </p:cSld>
  <p:clrMapOvr>
    <a:masterClrMapping/>
  </p:clrMapOvr>
  <p:hf dt="0" ftr="1" hdr="0" sldNum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Пользовательский макет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Текст 7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07999" y="1792286"/>
            <a:ext cx="3635830" cy="157367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/>
              <a:buNone/>
              <a:defRPr/>
            </a:lvl5pPr>
          </a:lstStyle>
          <a:p>
            <a:pPr>
              <a:defRPr/>
            </a:pPr>
            <a:r>
              <a:rPr lang="ru-RU" sz="12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/>
          </a:p>
        </p:txBody>
      </p:sp>
      <p:sp>
        <p:nvSpPr>
          <p:cNvPr id="4" name="Текст 13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>
                <a:latin typeface="Golos Text DemiBold"/>
              </a:defRPr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5" name="Текст 7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5000171" y="3011486"/>
            <a:ext cx="3635830" cy="157367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/>
              <a:buNone/>
              <a:defRPr/>
            </a:lvl5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/>
            </a:pPr>
            <a:r>
              <a:rPr lang="ru-RU" sz="1200">
                <a:latin typeface="Golos Text"/>
              </a:rPr>
              <a:t>Основной текст слайда, ключевая формулировка.</a:t>
            </a:r>
            <a:endParaRPr/>
          </a:p>
          <a:p>
            <a:pPr marL="0" indent="0" algn="l">
              <a:buNone/>
              <a:defRPr/>
            </a:pPr>
            <a:endParaRPr lang="en-US" sz="1200" b="1" i="0">
              <a:solidFill>
                <a:srgbClr val="2C2D2E"/>
              </a:solidFill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2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  <p:sp>
        <p:nvSpPr>
          <p:cNvPr id="6" name="Текст 1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>
                <a:latin typeface="Golos Text DemiBold"/>
              </a:defRPr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5_Custom Layout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Рисунок 2"/>
          <p:cNvSpPr>
            <a:spLocks noGrp="1"/>
          </p:cNvSpPr>
          <p:nvPr>
            <p:ph type="pic" sz="quarter" idx="10"/>
          </p:nvPr>
        </p:nvSpPr>
        <p:spPr bwMode="auto">
          <a:xfrm>
            <a:off x="457200" y="936852"/>
            <a:ext cx="4608513" cy="3842155"/>
          </a:xfrm>
          <a:prstGeom prst="roundRect">
            <a:avLst>
              <a:gd name="adj" fmla="val 7784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/>
              <a:buNone/>
              <a:defRPr sz="1400"/>
            </a:lvl5pPr>
          </a:lstStyle>
          <a:p>
            <a:pPr>
              <a:defRPr/>
            </a:pPr>
            <a:r>
              <a:rPr lang="ru-RU" sz="14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6_Пользовательский макет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sz="half" idx="1" hasCustomPrompt="1"/>
          </p:nvPr>
        </p:nvSpPr>
        <p:spPr bwMode="auto"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Font typeface="Arial"/>
              <a:buNone/>
              <a:defRPr sz="2400"/>
            </a:lvl2pPr>
            <a:lvl3pPr marL="914400" indent="0">
              <a:buFont typeface="Arial"/>
              <a:buNone/>
              <a:defRPr sz="2000"/>
            </a:lvl3pPr>
            <a:lvl4pPr marL="1371600" indent="0">
              <a:buFont typeface="Arial"/>
              <a:buNone/>
              <a:defRPr sz="1800"/>
            </a:lvl4pPr>
            <a:lvl5pPr marL="1828800" indent="0">
              <a:buFont typeface="Arial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/>
            </a:pPr>
            <a:r>
              <a:rPr lang="ru-RU" sz="2000">
                <a:latin typeface="Golos Text"/>
              </a:rPr>
              <a:t>Основной текст слайда, ключевая формулировка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9_Custom Layout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Текст 4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 sz="1600"/>
            </a:lvl2pPr>
            <a:lvl3pPr marL="914400" indent="0">
              <a:buFontTx/>
              <a:buNone/>
              <a:defRPr sz="1600"/>
            </a:lvl3pPr>
            <a:lvl4pPr marL="1371600" indent="0">
              <a:buFontTx/>
              <a:buNone/>
              <a:defRPr sz="1600"/>
            </a:lvl4pPr>
            <a:lvl5pPr>
              <a:buFontTx/>
              <a:buNone/>
              <a:defRPr sz="1600"/>
            </a:lvl5pPr>
          </a:lstStyle>
          <a:p>
            <a:pPr>
              <a:defRPr/>
            </a:pPr>
            <a:r>
              <a:rPr lang="ru-RU" sz="16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/>
          </a:p>
          <a:p>
            <a:pPr>
              <a:defRPr/>
            </a:pPr>
            <a:endParaRPr lang="ru-RU" sz="1600"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4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1_Custom Layout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Текст 7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07999" y="1792286"/>
            <a:ext cx="3635830" cy="157367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/>
              <a:buNone/>
              <a:defRPr/>
            </a:lvl5pPr>
          </a:lstStyle>
          <a:p>
            <a:pPr>
              <a:defRPr/>
            </a:pPr>
            <a:r>
              <a:rPr lang="ru-RU" sz="12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/>
          </a:p>
        </p:txBody>
      </p:sp>
      <p:sp>
        <p:nvSpPr>
          <p:cNvPr id="16" name="Текст 13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>
                <a:latin typeface="Golos Text DemiBold"/>
              </a:defRPr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3" name="Текст 7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5000171" y="3011486"/>
            <a:ext cx="3635830" cy="157367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/>
              <a:buNone/>
              <a:defRPr/>
            </a:lvl5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/>
            </a:pPr>
            <a:r>
              <a:rPr lang="ru-RU" sz="1200">
                <a:latin typeface="Golos Text"/>
              </a:rPr>
              <a:t>Основной текст слайда, ключевая формулировка.</a:t>
            </a:r>
            <a:endParaRPr/>
          </a:p>
          <a:p>
            <a:pPr marL="0" indent="0" algn="l">
              <a:buNone/>
              <a:defRPr/>
            </a:pPr>
            <a:endParaRPr lang="en-US" sz="1200" b="1" i="0">
              <a:solidFill>
                <a:srgbClr val="2C2D2E"/>
              </a:solidFill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2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  <p:sp>
        <p:nvSpPr>
          <p:cNvPr id="4" name="Текст 1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>
                <a:latin typeface="Golos Text DemiBold"/>
              </a:defRPr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3_Пользовательский макет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4" name="Рисунок 2"/>
          <p:cNvSpPr>
            <a:spLocks noGrp="1"/>
          </p:cNvSpPr>
          <p:nvPr>
            <p:ph type="pic" sz="quarter" idx="10"/>
          </p:nvPr>
        </p:nvSpPr>
        <p:spPr bwMode="auto">
          <a:xfrm>
            <a:off x="457200" y="936852"/>
            <a:ext cx="4608513" cy="3842155"/>
          </a:xfrm>
          <a:prstGeom prst="roundRect">
            <a:avLst>
              <a:gd name="adj" fmla="val 7952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Текст 6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/>
              <a:buNone/>
              <a:defRPr sz="1400"/>
            </a:lvl5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/>
            </a:pPr>
            <a:r>
              <a:rPr lang="ru-RU" sz="1400">
                <a:latin typeface="Golos Text"/>
              </a:rPr>
              <a:t>Основной текст слайда, ключевая формулировка.</a:t>
            </a:r>
            <a:endParaRPr/>
          </a:p>
          <a:p>
            <a:pPr marL="0" indent="0" algn="l">
              <a:buNone/>
              <a:defRPr/>
            </a:pPr>
            <a:endParaRPr lang="en-US" sz="1400" b="1" i="0">
              <a:solidFill>
                <a:srgbClr val="2C2D2E"/>
              </a:solidFill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4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7_Пользовательский макет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sz="half" idx="1" hasCustomPrompt="1"/>
          </p:nvPr>
        </p:nvSpPr>
        <p:spPr bwMode="auto"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Font typeface="Arial"/>
              <a:buNone/>
              <a:defRPr sz="2400"/>
            </a:lvl2pPr>
            <a:lvl3pPr marL="914400" indent="0">
              <a:buFont typeface="Arial"/>
              <a:buNone/>
              <a:defRPr sz="2000"/>
            </a:lvl3pPr>
            <a:lvl4pPr marL="1371600" indent="0">
              <a:buFont typeface="Arial"/>
              <a:buNone/>
              <a:defRPr sz="1800"/>
            </a:lvl4pPr>
            <a:lvl5pPr marL="1828800" indent="0">
              <a:buFont typeface="Arial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/>
            </a:pPr>
            <a:r>
              <a:rPr lang="ru-RU" sz="2000">
                <a:latin typeface="Golos Text"/>
              </a:rPr>
              <a:t>Основной текст слайда, ключевая формулировка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3_Custom Layout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Текст 4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 sz="1600"/>
            </a:lvl2pPr>
            <a:lvl3pPr marL="914400" indent="0">
              <a:buFontTx/>
              <a:buNone/>
              <a:defRPr sz="1600"/>
            </a:lvl3pPr>
            <a:lvl4pPr marL="1371600" indent="0">
              <a:buFontTx/>
              <a:buNone/>
              <a:defRPr sz="1600"/>
            </a:lvl4pPr>
            <a:lvl5pPr>
              <a:buFontTx/>
              <a:buNone/>
              <a:defRPr sz="1600"/>
            </a:lvl5pPr>
          </a:lstStyle>
          <a:p>
            <a:pPr>
              <a:defRPr/>
            </a:pPr>
            <a:r>
              <a:rPr lang="ru-RU" sz="16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/>
          </a:p>
          <a:p>
            <a:pPr>
              <a:defRPr/>
            </a:pPr>
            <a:endParaRPr lang="ru-RU" sz="1600"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4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1_Пользовательский макет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Текст 7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07999" y="1792286"/>
            <a:ext cx="3635830" cy="157367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/>
              <a:buNone/>
              <a:defRPr/>
            </a:lvl5pPr>
          </a:lstStyle>
          <a:p>
            <a:pPr>
              <a:defRPr/>
            </a:pPr>
            <a:r>
              <a:rPr lang="ru-RU" sz="12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/>
          </a:p>
        </p:txBody>
      </p:sp>
      <p:sp>
        <p:nvSpPr>
          <p:cNvPr id="4" name="Текст 13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>
                <a:latin typeface="Golos Text DemiBold"/>
              </a:defRPr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5" name="Текст 7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5000171" y="3011486"/>
            <a:ext cx="3635830" cy="157367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/>
              <a:buNone/>
              <a:defRPr/>
            </a:lvl5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/>
            </a:pPr>
            <a:r>
              <a:rPr lang="ru-RU" sz="1200">
                <a:latin typeface="Golos Text"/>
              </a:rPr>
              <a:t>Основной текст слайда, ключевая формулировка.</a:t>
            </a:r>
            <a:endParaRPr/>
          </a:p>
          <a:p>
            <a:pPr marL="0" indent="0" algn="l">
              <a:buNone/>
              <a:defRPr/>
            </a:pPr>
            <a:endParaRPr lang="en-US" sz="1200" b="1" i="0">
              <a:solidFill>
                <a:srgbClr val="2C2D2E"/>
              </a:solidFill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2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  <p:sp>
        <p:nvSpPr>
          <p:cNvPr id="6" name="Текст 1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>
                <a:latin typeface="Golos Text DemiBold"/>
              </a:defRPr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4_Пользовательский макет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4" name="Рисунок 2"/>
          <p:cNvSpPr>
            <a:spLocks noGrp="1"/>
          </p:cNvSpPr>
          <p:nvPr>
            <p:ph type="pic" sz="quarter" idx="10"/>
          </p:nvPr>
        </p:nvSpPr>
        <p:spPr bwMode="auto">
          <a:xfrm>
            <a:off x="457200" y="936852"/>
            <a:ext cx="4608513" cy="3842155"/>
          </a:xfrm>
          <a:prstGeom prst="roundRect">
            <a:avLst>
              <a:gd name="adj" fmla="val 8957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Текст 6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/>
              <a:buNone/>
              <a:defRPr sz="1400"/>
            </a:lvl5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/>
            </a:pPr>
            <a:r>
              <a:rPr lang="ru-RU" sz="1400">
                <a:latin typeface="Golos Text"/>
              </a:rPr>
              <a:t>Основной текст слайда, ключевая формулировка.</a:t>
            </a:r>
            <a:endParaRPr/>
          </a:p>
          <a:p>
            <a:pPr marL="0" indent="0" algn="l">
              <a:buNone/>
              <a:defRPr/>
            </a:pPr>
            <a:endParaRPr lang="en-US" sz="1400" b="1" i="0">
              <a:solidFill>
                <a:srgbClr val="2C2D2E"/>
              </a:solidFill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4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8_Пользовательский макет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sz="half" idx="1" hasCustomPrompt="1"/>
          </p:nvPr>
        </p:nvSpPr>
        <p:spPr bwMode="auto"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Font typeface="Arial"/>
              <a:buNone/>
              <a:defRPr sz="2400"/>
            </a:lvl2pPr>
            <a:lvl3pPr marL="914400" indent="0">
              <a:buFont typeface="Arial"/>
              <a:buNone/>
              <a:defRPr sz="2000"/>
            </a:lvl3pPr>
            <a:lvl4pPr marL="1371600" indent="0">
              <a:buFont typeface="Arial"/>
              <a:buNone/>
              <a:defRPr sz="1800"/>
            </a:lvl4pPr>
            <a:lvl5pPr marL="1828800" indent="0">
              <a:buFont typeface="Arial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/>
            </a:pPr>
            <a:r>
              <a:rPr lang="ru-RU" sz="2000">
                <a:latin typeface="Golos Text"/>
              </a:rPr>
              <a:t>Основной текст слайда, ключевая формулировка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Финал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Текст 4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600"/>
            </a:lvl1pPr>
            <a:lvl2pPr marL="457200" indent="0">
              <a:buFontTx/>
              <a:buNone/>
              <a:defRPr sz="1600"/>
            </a:lvl2pPr>
            <a:lvl3pPr marL="914400" indent="0">
              <a:buFontTx/>
              <a:buNone/>
              <a:defRPr sz="1600"/>
            </a:lvl3pPr>
            <a:lvl4pPr marL="1371600" indent="0">
              <a:buFontTx/>
              <a:buNone/>
              <a:defRPr sz="1600"/>
            </a:lvl4pPr>
            <a:lvl5pPr>
              <a:buFontTx/>
              <a:buNone/>
              <a:defRPr sz="1600"/>
            </a:lvl5pPr>
          </a:lstStyle>
          <a:p>
            <a:pPr>
              <a:defRPr/>
            </a:pPr>
            <a:r>
              <a:rPr lang="ru-RU" sz="1600">
                <a:latin typeface="Golos Text"/>
              </a:rPr>
              <a:t>Здесь при необходимости располагается основной текст слайда, ключевая формулировка</a:t>
            </a:r>
            <a:endParaRPr/>
          </a:p>
          <a:p>
            <a:pPr>
              <a:defRPr/>
            </a:pPr>
            <a:endParaRPr lang="ru-RU" sz="1600"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6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600" b="0" i="0">
                <a:solidFill>
                  <a:srgbClr val="2C2D2E"/>
                </a:solidFill>
                <a:latin typeface="Golos Text"/>
              </a:rPr>
              <a:t>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600" b="0" i="0">
                <a:solidFill>
                  <a:srgbClr val="2C2D2E"/>
                </a:solidFill>
                <a:latin typeface="Golos Text"/>
              </a:rPr>
              <a:t>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600" b="0" i="0">
                <a:solidFill>
                  <a:srgbClr val="2C2D2E"/>
                </a:solidFill>
                <a:latin typeface="Golos Text"/>
              </a:rPr>
              <a:t>конец списка.</a:t>
            </a:r>
            <a:endParaRPr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</p:txBody>
      </p:sp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2_Пользовательский макет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4" name="Текст 7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07999" y="1792286"/>
            <a:ext cx="3635830" cy="157367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/>
              <a:buNone/>
              <a:defRPr/>
            </a:lvl5pPr>
          </a:lstStyle>
          <a:p>
            <a:pPr>
              <a:defRPr/>
            </a:pPr>
            <a:r>
              <a:rPr lang="ru-RU" sz="12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/>
          </a:p>
        </p:txBody>
      </p:sp>
      <p:sp>
        <p:nvSpPr>
          <p:cNvPr id="5" name="Текст 13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>
                <a:latin typeface="Golos Text DemiBold"/>
              </a:defRPr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6" name="Текст 7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5000171" y="3011486"/>
            <a:ext cx="3635830" cy="157367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/>
              <a:buNone/>
              <a:defRPr/>
            </a:lvl5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/>
            </a:pPr>
            <a:r>
              <a:rPr lang="ru-RU" sz="1200">
                <a:latin typeface="Golos Text"/>
              </a:rPr>
              <a:t>Основной текст слайда, ключевая формулировка.</a:t>
            </a:r>
            <a:endParaRPr/>
          </a:p>
          <a:p>
            <a:pPr marL="0" indent="0" algn="l">
              <a:buNone/>
              <a:defRPr/>
            </a:pPr>
            <a:endParaRPr lang="en-US" sz="1200" b="1" i="0">
              <a:solidFill>
                <a:srgbClr val="2C2D2E"/>
              </a:solidFill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2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  <p:sp>
        <p:nvSpPr>
          <p:cNvPr id="7" name="Текст 1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>
                <a:latin typeface="Golos Text DemiBold"/>
              </a:defRPr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5_Пользовательский макет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Рисунок 2"/>
          <p:cNvSpPr>
            <a:spLocks noGrp="1"/>
          </p:cNvSpPr>
          <p:nvPr>
            <p:ph type="pic" sz="quarter" idx="10"/>
          </p:nvPr>
        </p:nvSpPr>
        <p:spPr bwMode="auto">
          <a:xfrm>
            <a:off x="457200" y="936852"/>
            <a:ext cx="4608513" cy="3842155"/>
          </a:xfrm>
          <a:prstGeom prst="roundRect">
            <a:avLst>
              <a:gd name="adj" fmla="val 7617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5" name="Текст 6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/>
              <a:buNone/>
              <a:defRPr sz="1400"/>
            </a:lvl5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/>
            </a:pPr>
            <a:r>
              <a:rPr lang="ru-RU" sz="1400">
                <a:latin typeface="Golos Text"/>
              </a:rPr>
              <a:t>Основной текст слайда, ключевая формулировка.</a:t>
            </a:r>
            <a:endParaRPr/>
          </a:p>
          <a:p>
            <a:pPr marL="0" indent="0" algn="l">
              <a:buNone/>
              <a:defRPr/>
            </a:pPr>
            <a:endParaRPr lang="en-US" sz="1400" b="1" i="0">
              <a:solidFill>
                <a:srgbClr val="2C2D2E"/>
              </a:solidFill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4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6_Custom Layout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3102428" y="943208"/>
            <a:ext cx="5526315" cy="387553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/>
              <a:buNone/>
              <a:defRPr sz="1400"/>
            </a:lvl5pPr>
          </a:lstStyle>
          <a:p>
            <a:pPr>
              <a:defRPr/>
            </a:pPr>
            <a:r>
              <a:rPr lang="ru-RU" sz="14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/>
          </a:p>
        </p:txBody>
      </p:sp>
      <p:sp>
        <p:nvSpPr>
          <p:cNvPr id="6" name="Рисунок 2"/>
          <p:cNvSpPr>
            <a:spLocks noGrp="1"/>
          </p:cNvSpPr>
          <p:nvPr>
            <p:ph type="pic" sz="quarter" idx="13"/>
          </p:nvPr>
        </p:nvSpPr>
        <p:spPr bwMode="auto">
          <a:xfrm>
            <a:off x="457200" y="943208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8" name="Рисунок 2"/>
          <p:cNvSpPr>
            <a:spLocks noGrp="1"/>
          </p:cNvSpPr>
          <p:nvPr>
            <p:ph type="pic" sz="quarter" idx="14"/>
          </p:nvPr>
        </p:nvSpPr>
        <p:spPr bwMode="auto">
          <a:xfrm>
            <a:off x="457200" y="2935720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9_Пользовательский макет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Текст 6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457201" y="1059322"/>
            <a:ext cx="3897086" cy="173467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/>
              <a:buNone/>
              <a:defRPr sz="1400"/>
            </a:lvl5pPr>
          </a:lstStyle>
          <a:p>
            <a:pPr>
              <a:defRPr/>
            </a:pPr>
            <a:r>
              <a:rPr lang="ru-RU" sz="1400">
                <a:latin typeface="Golos Text"/>
              </a:rPr>
              <a:t>Основной текст слайда, ключевая формулировка.</a:t>
            </a:r>
            <a:endParaRPr/>
          </a:p>
        </p:txBody>
      </p:sp>
      <p:sp>
        <p:nvSpPr>
          <p:cNvPr id="4" name="Текст 6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457202" y="3105836"/>
            <a:ext cx="3897084" cy="1640335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/>
              <a:buNone/>
              <a:defRPr sz="1400"/>
            </a:lvl5pPr>
          </a:lstStyle>
          <a:p>
            <a:pPr>
              <a:defRPr/>
            </a:pPr>
            <a:r>
              <a:rPr lang="ru-RU" sz="1400">
                <a:latin typeface="Golos Text"/>
              </a:rPr>
              <a:t>Основной текст слайда, ключевая формулировка.</a:t>
            </a:r>
            <a:endParaRPr/>
          </a:p>
        </p:txBody>
      </p:sp>
      <p:sp>
        <p:nvSpPr>
          <p:cNvPr id="5" name="Текст 6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789714" y="1059322"/>
            <a:ext cx="3632201" cy="3686849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/>
              <a:buNone/>
              <a:defRPr sz="1400"/>
            </a:lvl5pPr>
          </a:lstStyle>
          <a:p>
            <a:pPr>
              <a:defRPr/>
            </a:pPr>
            <a:r>
              <a:rPr lang="ru-RU" sz="1400">
                <a:latin typeface="Golos Text"/>
              </a:rPr>
              <a:t>Основной текст слайда, ключевая формулировка.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4_Custom Layout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" name="Text Placeholder 24"/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457201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/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14" name="Text Placeholder 24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3209454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/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15" name="Text Placeholder 24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969804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/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19" name="Content Placeholder 2"/>
          <p:cNvSpPr>
            <a:spLocks noGrp="1"/>
          </p:cNvSpPr>
          <p:nvPr>
            <p:ph sz="half" idx="1" hasCustomPrompt="1"/>
          </p:nvPr>
        </p:nvSpPr>
        <p:spPr bwMode="auto">
          <a:xfrm>
            <a:off x="457200" y="3287828"/>
            <a:ext cx="2588883" cy="139554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ru-RU"/>
              <a:t>Текст</a:t>
            </a:r>
            <a:endParaRPr/>
          </a:p>
        </p:txBody>
      </p:sp>
      <p:sp>
        <p:nvSpPr>
          <p:cNvPr id="20" name="Content Placeholder 3"/>
          <p:cNvSpPr>
            <a:spLocks noGrp="1"/>
          </p:cNvSpPr>
          <p:nvPr>
            <p:ph sz="half" idx="2" hasCustomPrompt="1"/>
          </p:nvPr>
        </p:nvSpPr>
        <p:spPr bwMode="auto">
          <a:xfrm>
            <a:off x="3207251" y="3299578"/>
            <a:ext cx="2591416" cy="1395548"/>
          </a:xfrm>
        </p:spPr>
        <p:txBody>
          <a:bodyPr>
            <a:noAutofit/>
          </a:bodyPr>
          <a:lstStyle>
            <a:lvl1pPr marL="0" indent="0"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ru-RU"/>
              <a:t>Текст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10" name="Content Placeholder 3"/>
          <p:cNvSpPr>
            <a:spLocks noGrp="1"/>
          </p:cNvSpPr>
          <p:nvPr>
            <p:ph sz="half" idx="26" hasCustomPrompt="1"/>
          </p:nvPr>
        </p:nvSpPr>
        <p:spPr bwMode="auto">
          <a:xfrm>
            <a:off x="5967600" y="3299578"/>
            <a:ext cx="2591416" cy="1395548"/>
          </a:xfrm>
        </p:spPr>
        <p:txBody>
          <a:bodyPr>
            <a:noAutofit/>
          </a:bodyPr>
          <a:lstStyle>
            <a:lvl1pPr marL="0" indent="0"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ru-RU"/>
              <a:t>Текст</a:t>
            </a:r>
            <a:endParaRPr/>
          </a:p>
        </p:txBody>
      </p:sp>
      <p:sp>
        <p:nvSpPr>
          <p:cNvPr id="11" name="Рисунок 2"/>
          <p:cNvSpPr>
            <a:spLocks noGrp="1"/>
          </p:cNvSpPr>
          <p:nvPr>
            <p:ph type="pic" sz="quarter" idx="13"/>
          </p:nvPr>
        </p:nvSpPr>
        <p:spPr bwMode="auto">
          <a:xfrm>
            <a:off x="469081" y="944463"/>
            <a:ext cx="2577001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2" name="Рисунок 2"/>
          <p:cNvSpPr>
            <a:spLocks noGrp="1"/>
          </p:cNvSpPr>
          <p:nvPr>
            <p:ph type="pic" sz="quarter" idx="27"/>
          </p:nvPr>
        </p:nvSpPr>
        <p:spPr bwMode="auto">
          <a:xfrm>
            <a:off x="3221666" y="944462"/>
            <a:ext cx="2577001" cy="1883023"/>
          </a:xfrm>
          <a:prstGeom prst="roundRect">
            <a:avLst>
              <a:gd name="adj" fmla="val 12905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6" name="Рисунок 2"/>
          <p:cNvSpPr>
            <a:spLocks noGrp="1"/>
          </p:cNvSpPr>
          <p:nvPr>
            <p:ph type="pic" sz="quarter" idx="28"/>
          </p:nvPr>
        </p:nvSpPr>
        <p:spPr bwMode="auto">
          <a:xfrm>
            <a:off x="5980690" y="944463"/>
            <a:ext cx="2577001" cy="1883023"/>
          </a:xfrm>
          <a:prstGeom prst="roundRect">
            <a:avLst>
              <a:gd name="adj" fmla="val 10512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  <p:hf dt="0" ftr="1" hdr="0" sldNum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7_Custom Layout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5733143" y="949329"/>
            <a:ext cx="2895600" cy="3895723"/>
          </a:xfrm>
        </p:spPr>
        <p:txBody>
          <a:bodyPr>
            <a:normAutofit/>
          </a:bodyPr>
          <a:lstStyle>
            <a:lvl1pPr marL="0" indent="0">
              <a:buNone/>
              <a:defRPr sz="1400" b="0" i="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/>
              <a:buNone/>
              <a:defRPr sz="1400"/>
            </a:lvl5pPr>
          </a:lstStyle>
          <a:p>
            <a:pPr lvl="0">
              <a:defRPr/>
            </a:pPr>
            <a:r>
              <a:rPr lang="ru-RU"/>
              <a:t>Текст</a:t>
            </a:r>
            <a:endParaRPr/>
          </a:p>
        </p:txBody>
      </p:sp>
      <p:sp>
        <p:nvSpPr>
          <p:cNvPr id="4" name="Рисунок 2"/>
          <p:cNvSpPr>
            <a:spLocks noGrp="1"/>
          </p:cNvSpPr>
          <p:nvPr>
            <p:ph type="pic" sz="quarter" idx="13"/>
          </p:nvPr>
        </p:nvSpPr>
        <p:spPr bwMode="auto">
          <a:xfrm>
            <a:off x="457200" y="949329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8" name="Рисунок 2"/>
          <p:cNvSpPr>
            <a:spLocks noGrp="1"/>
          </p:cNvSpPr>
          <p:nvPr>
            <p:ph type="pic" sz="quarter" idx="16"/>
          </p:nvPr>
        </p:nvSpPr>
        <p:spPr bwMode="auto">
          <a:xfrm>
            <a:off x="3095170" y="949328"/>
            <a:ext cx="2532744" cy="1883023"/>
          </a:xfrm>
          <a:prstGeom prst="roundRect">
            <a:avLst>
              <a:gd name="adj" fmla="val 11879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0" name="Рисунок 2"/>
          <p:cNvSpPr>
            <a:spLocks noGrp="1"/>
          </p:cNvSpPr>
          <p:nvPr>
            <p:ph type="pic" sz="quarter" idx="17"/>
          </p:nvPr>
        </p:nvSpPr>
        <p:spPr bwMode="auto">
          <a:xfrm>
            <a:off x="3095170" y="2962031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1" name="Рисунок 2"/>
          <p:cNvSpPr>
            <a:spLocks noGrp="1"/>
          </p:cNvSpPr>
          <p:nvPr>
            <p:ph type="pic" sz="quarter" idx="18"/>
          </p:nvPr>
        </p:nvSpPr>
        <p:spPr bwMode="auto">
          <a:xfrm>
            <a:off x="457199" y="2962031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8_Custom Layout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4" name="Текст 6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57201" y="963397"/>
            <a:ext cx="2532744" cy="1883023"/>
          </a:xfrm>
        </p:spPr>
        <p:txBody>
          <a:bodyPr>
            <a:normAutofit/>
          </a:bodyPr>
          <a:lstStyle>
            <a:lvl1pPr marL="0" indent="0">
              <a:buNone/>
              <a:defRPr sz="1800" b="1" i="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/>
              <a:buNone/>
              <a:defRPr sz="1400"/>
            </a:lvl5pPr>
          </a:lstStyle>
          <a:p>
            <a:pPr lvl="0">
              <a:defRPr/>
            </a:pPr>
            <a:r>
              <a:rPr lang="ru-RU"/>
              <a:t>Ключевая фраза слайда</a:t>
            </a:r>
            <a:endParaRPr/>
          </a:p>
        </p:txBody>
      </p:sp>
      <p:sp>
        <p:nvSpPr>
          <p:cNvPr id="7" name="Рисунок 2"/>
          <p:cNvSpPr>
            <a:spLocks noGrp="1"/>
          </p:cNvSpPr>
          <p:nvPr>
            <p:ph type="pic" sz="quarter" idx="17"/>
          </p:nvPr>
        </p:nvSpPr>
        <p:spPr bwMode="auto">
          <a:xfrm>
            <a:off x="3095170" y="963397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0" name="Рисунок 2"/>
          <p:cNvSpPr>
            <a:spLocks noGrp="1"/>
          </p:cNvSpPr>
          <p:nvPr>
            <p:ph type="pic" sz="quarter" idx="18"/>
          </p:nvPr>
        </p:nvSpPr>
        <p:spPr bwMode="auto">
          <a:xfrm>
            <a:off x="5733141" y="966928"/>
            <a:ext cx="2532744" cy="1883023"/>
          </a:xfrm>
          <a:prstGeom prst="roundRect">
            <a:avLst>
              <a:gd name="adj" fmla="val 11196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1" name="Рисунок 2"/>
          <p:cNvSpPr>
            <a:spLocks noGrp="1"/>
          </p:cNvSpPr>
          <p:nvPr>
            <p:ph type="pic" sz="quarter" idx="19"/>
          </p:nvPr>
        </p:nvSpPr>
        <p:spPr bwMode="auto">
          <a:xfrm>
            <a:off x="5733141" y="2954042"/>
            <a:ext cx="2532744" cy="1883023"/>
          </a:xfrm>
          <a:prstGeom prst="roundRect">
            <a:avLst>
              <a:gd name="adj" fmla="val 8802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2" name="Рисунок 2"/>
          <p:cNvSpPr>
            <a:spLocks noGrp="1"/>
          </p:cNvSpPr>
          <p:nvPr>
            <p:ph type="pic" sz="quarter" idx="20"/>
          </p:nvPr>
        </p:nvSpPr>
        <p:spPr bwMode="auto">
          <a:xfrm>
            <a:off x="3095170" y="2960314"/>
            <a:ext cx="2532744" cy="1883023"/>
          </a:xfrm>
          <a:prstGeom prst="roundRect">
            <a:avLst>
              <a:gd name="adj" fmla="val 8459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3" name="Рисунок 2"/>
          <p:cNvSpPr>
            <a:spLocks noGrp="1"/>
          </p:cNvSpPr>
          <p:nvPr>
            <p:ph type="pic" sz="quarter" idx="21"/>
          </p:nvPr>
        </p:nvSpPr>
        <p:spPr bwMode="auto">
          <a:xfrm>
            <a:off x="457200" y="2960314"/>
            <a:ext cx="2532744" cy="1883023"/>
          </a:xfrm>
          <a:prstGeom prst="roundRect">
            <a:avLst>
              <a:gd name="adj" fmla="val 10169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10_Custom Layout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" name="Text Placeholder 24"/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457201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/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26" name="Text Placeholder 24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3275819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/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27" name="Text Placeholder 24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6085706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/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11" name="Рисунок 2"/>
          <p:cNvSpPr>
            <a:spLocks noGrp="1"/>
          </p:cNvSpPr>
          <p:nvPr>
            <p:ph type="pic" sz="quarter" idx="31" hasCustomPrompt="1"/>
          </p:nvPr>
        </p:nvSpPr>
        <p:spPr bwMode="auto">
          <a:xfrm>
            <a:off x="454050" y="952607"/>
            <a:ext cx="2589213" cy="1304294"/>
          </a:xfrm>
          <a:prstGeom prst="roundRect">
            <a:avLst>
              <a:gd name="adj" fmla="val 9261"/>
            </a:avLst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Изображение</a:t>
            </a:r>
            <a:endParaRPr/>
          </a:p>
        </p:txBody>
      </p:sp>
      <p:sp>
        <p:nvSpPr>
          <p:cNvPr id="12" name="Рисунок 2"/>
          <p:cNvSpPr>
            <a:spLocks noGrp="1"/>
          </p:cNvSpPr>
          <p:nvPr>
            <p:ph type="pic" sz="quarter" idx="32" hasCustomPrompt="1"/>
          </p:nvPr>
        </p:nvSpPr>
        <p:spPr bwMode="auto">
          <a:xfrm>
            <a:off x="3275818" y="952607"/>
            <a:ext cx="2589213" cy="1304294"/>
          </a:xfrm>
          <a:prstGeom prst="roundRect">
            <a:avLst>
              <a:gd name="adj" fmla="val 11730"/>
            </a:avLst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Изображение</a:t>
            </a:r>
            <a:endParaRPr/>
          </a:p>
        </p:txBody>
      </p:sp>
      <p:sp>
        <p:nvSpPr>
          <p:cNvPr id="13" name="Рисунок 2"/>
          <p:cNvSpPr>
            <a:spLocks noGrp="1"/>
          </p:cNvSpPr>
          <p:nvPr>
            <p:ph type="pic" sz="quarter" idx="33" hasCustomPrompt="1"/>
          </p:nvPr>
        </p:nvSpPr>
        <p:spPr bwMode="auto">
          <a:xfrm>
            <a:off x="6089789" y="952607"/>
            <a:ext cx="2589213" cy="1304294"/>
          </a:xfrm>
          <a:prstGeom prst="roundRect">
            <a:avLst>
              <a:gd name="adj" fmla="val 10249"/>
            </a:avLst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Изображение</a:t>
            </a:r>
            <a:endParaRPr/>
          </a:p>
        </p:txBody>
      </p:sp>
      <p:sp>
        <p:nvSpPr>
          <p:cNvPr id="14" name="Text Placeholder 24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460351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/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15" name="Text Placeholder 24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3278970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/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17" name="Text Placeholder 24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088857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/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23" name="Рисунок 2"/>
          <p:cNvSpPr>
            <a:spLocks noGrp="1"/>
          </p:cNvSpPr>
          <p:nvPr>
            <p:ph type="pic" sz="quarter" idx="37" hasCustomPrompt="1"/>
          </p:nvPr>
        </p:nvSpPr>
        <p:spPr bwMode="auto">
          <a:xfrm>
            <a:off x="457201" y="2866358"/>
            <a:ext cx="2589213" cy="1304294"/>
          </a:xfrm>
          <a:prstGeom prst="roundRect">
            <a:avLst>
              <a:gd name="adj" fmla="val 12224"/>
            </a:avLst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Изображение</a:t>
            </a:r>
            <a:endParaRPr/>
          </a:p>
        </p:txBody>
      </p:sp>
      <p:sp>
        <p:nvSpPr>
          <p:cNvPr id="24" name="Рисунок 2"/>
          <p:cNvSpPr>
            <a:spLocks noGrp="1"/>
          </p:cNvSpPr>
          <p:nvPr>
            <p:ph type="pic" sz="quarter" idx="38" hasCustomPrompt="1"/>
          </p:nvPr>
        </p:nvSpPr>
        <p:spPr bwMode="auto">
          <a:xfrm>
            <a:off x="3278969" y="2866358"/>
            <a:ext cx="2589213" cy="1304294"/>
          </a:xfrm>
          <a:prstGeom prst="roundRect">
            <a:avLst>
              <a:gd name="adj" fmla="val 11236"/>
            </a:avLst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Изображение</a:t>
            </a:r>
            <a:endParaRPr/>
          </a:p>
        </p:txBody>
      </p:sp>
      <p:sp>
        <p:nvSpPr>
          <p:cNvPr id="31" name="Рисунок 2"/>
          <p:cNvSpPr>
            <a:spLocks noGrp="1"/>
          </p:cNvSpPr>
          <p:nvPr>
            <p:ph type="pic" sz="quarter" idx="39" hasCustomPrompt="1"/>
          </p:nvPr>
        </p:nvSpPr>
        <p:spPr bwMode="auto">
          <a:xfrm>
            <a:off x="6092940" y="2866358"/>
            <a:ext cx="2589213" cy="1304294"/>
          </a:xfrm>
          <a:prstGeom prst="roundRect">
            <a:avLst>
              <a:gd name="adj" fmla="val 9755"/>
            </a:avLst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Изображение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306434"/>
            <a:ext cx="8229600" cy="6204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121912"/>
            <a:ext cx="8229600" cy="289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TextBox 3"/>
          <p:cNvSpPr txBox="1"/>
          <p:nvPr/>
        </p:nvSpPr>
        <p:spPr bwMode="auto"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5" name="TextBox 4"/>
          <p:cNvSpPr txBox="1"/>
          <p:nvPr userDrawn="1"/>
        </p:nvSpPr>
        <p:spPr bwMode="auto"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hf dt="0" ftr="1" hdr="0" sldNum="0"/>
  <p:txStyles>
    <p:titleStyle>
      <a:lvl1pPr algn="l" defTabSz="457200">
        <a:spcBef>
          <a:spcPts val="0"/>
        </a:spcBef>
        <a:buNone/>
        <a:defRPr sz="3600" b="1" i="0">
          <a:solidFill>
            <a:schemeClr val="tx1"/>
          </a:solidFill>
          <a:latin typeface="ALS Gorizont Bold Expanded"/>
          <a:ea typeface="+mj-ea"/>
          <a:cs typeface="+mj-cs"/>
        </a:defRPr>
      </a:lvl1pPr>
    </p:titleStyle>
    <p:bodyStyle>
      <a:lvl1pPr marL="0" indent="0" algn="l" defTabSz="457200">
        <a:spcBef>
          <a:spcPts val="0"/>
        </a:spcBef>
        <a:buSzPct val="100000"/>
        <a:buFont typeface="Arial"/>
        <a:buNone/>
        <a:defRPr sz="2000">
          <a:solidFill>
            <a:schemeClr val="tx1"/>
          </a:solidFill>
          <a:latin typeface="Golos Text"/>
          <a:ea typeface="+mn-ea"/>
          <a:cs typeface="Golos Text"/>
        </a:defRPr>
      </a:lvl1pPr>
      <a:lvl2pPr marL="742950" indent="-285750" algn="l" defTabSz="4572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Golos Text"/>
          <a:ea typeface="+mn-ea"/>
          <a:cs typeface="Golos Text"/>
        </a:defRPr>
      </a:lvl2pPr>
      <a:lvl3pPr marL="1143000" indent="-228600" algn="l" defTabSz="457200">
        <a:spcBef>
          <a:spcPts val="0"/>
        </a:spcBef>
        <a:buFont typeface="Arial"/>
        <a:buChar char="•"/>
        <a:defRPr sz="1600">
          <a:solidFill>
            <a:schemeClr val="tx1"/>
          </a:solidFill>
          <a:latin typeface="Golos Text"/>
          <a:ea typeface="+mn-ea"/>
          <a:cs typeface="Golos Text"/>
        </a:defRPr>
      </a:lvl3pPr>
      <a:lvl4pPr marL="1600200" indent="-228600" algn="l" defTabSz="457200">
        <a:spcBef>
          <a:spcPts val="0"/>
        </a:spcBef>
        <a:buFont typeface="Arial"/>
        <a:buChar char="•"/>
        <a:defRPr sz="1600">
          <a:solidFill>
            <a:schemeClr val="tx1"/>
          </a:solidFill>
          <a:latin typeface="Golos Text"/>
          <a:ea typeface="+mn-ea"/>
          <a:cs typeface="Golos Text"/>
        </a:defRPr>
      </a:lvl4pPr>
      <a:lvl5pPr marL="1828800" indent="0" algn="l" defTabSz="457200">
        <a:spcBef>
          <a:spcPts val="0"/>
        </a:spcBef>
        <a:buFont typeface="Arial"/>
        <a:buNone/>
        <a:defRPr sz="1600">
          <a:solidFill>
            <a:schemeClr val="tx1"/>
          </a:solidFill>
          <a:latin typeface="Golos Text"/>
          <a:ea typeface="+mn-ea"/>
          <a:cs typeface="Golos Text"/>
        </a:defRPr>
      </a:lvl5pPr>
      <a:lvl6pPr marL="2514600" indent="-228600" algn="l" defTabSz="4572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hyperlink" Target="https://wordwall.net/ru/resource/12996950" TargetMode="External"/><Relationship Id="rId3" Type="http://schemas.openxmlformats.org/officeDocument/2006/relationships/hyperlink" Target="https://wordwall.net/ru/resource/12997408" TargetMode="Externa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9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image" Target="../media/image30.jpg"/><Relationship Id="rId3" Type="http://schemas.openxmlformats.org/officeDocument/2006/relationships/image" Target="../media/image31.jpg"/><Relationship Id="rId4" Type="http://schemas.openxmlformats.org/officeDocument/2006/relationships/image" Target="../media/image32.jpg"/><Relationship Id="rId5" Type="http://schemas.openxmlformats.org/officeDocument/2006/relationships/image" Target="../media/image33.jpg"/><Relationship Id="rId6" Type="http://schemas.openxmlformats.org/officeDocument/2006/relationships/image" Target="../media/image34.jpg"/><Relationship Id="rId7" Type="http://schemas.openxmlformats.org/officeDocument/2006/relationships/image" Target="../media/image35.jp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36.jp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37.jp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38.jp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39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40.pn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4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 bwMode="auto">
          <a:xfrm>
            <a:off x="1371600" y="2442525"/>
            <a:ext cx="6400800" cy="704850"/>
          </a:xfrm>
        </p:spPr>
        <p:txBody>
          <a:bodyPr>
            <a:noAutofit/>
          </a:bodyPr>
          <a:lstStyle/>
          <a:p>
            <a:pPr algn="ctr">
              <a:defRPr/>
            </a:pPr>
            <a:r>
              <a:rPr lang="ru-RU" sz="4400">
                <a:solidFill>
                  <a:schemeClr val="bg1"/>
                </a:solidFill>
              </a:rPr>
              <a:t>Выражение наличия или отсутствия предмета</a:t>
            </a:r>
            <a:endParaRPr lang="en-US" sz="440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Неодушевленный объект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ru-RU" sz="2800"/>
              <a:t>Есть что –</a:t>
            </a:r>
            <a:r>
              <a:rPr lang="en-US" sz="2800"/>
              <a:t> </a:t>
            </a:r>
            <a:r>
              <a:rPr lang="ru-RU" sz="2800"/>
              <a:t>Наличие чего</a:t>
            </a:r>
            <a:endParaRPr/>
          </a:p>
          <a:p>
            <a:pPr>
              <a:defRPr/>
            </a:pPr>
            <a:endParaRPr lang="ru-RU" sz="2800"/>
          </a:p>
          <a:p>
            <a:pPr>
              <a:defRPr/>
            </a:pPr>
            <a:r>
              <a:rPr lang="ru-RU" sz="2800"/>
              <a:t>В городе есть умные пешеходные переходы – </a:t>
            </a:r>
            <a:endParaRPr lang="ru-RU" sz="2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Присутствовать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ru-RU" sz="2400">
                <a:solidFill>
                  <a:schemeClr val="accent1"/>
                </a:solidFill>
              </a:rPr>
              <a:t>На </a:t>
            </a:r>
            <a:r>
              <a:rPr lang="ru-RU" sz="2400">
                <a:solidFill>
                  <a:schemeClr val="accent1"/>
                </a:solidFill>
              </a:rPr>
              <a:t>встрече </a:t>
            </a:r>
            <a:r>
              <a:rPr lang="ru-RU" sz="2400"/>
              <a:t>присутствовали </a:t>
            </a:r>
            <a:r>
              <a:rPr lang="ru-RU" sz="2400">
                <a:solidFill>
                  <a:srgbClr val="7030A0"/>
                </a:solidFill>
              </a:rPr>
              <a:t>представители</a:t>
            </a:r>
            <a:r>
              <a:rPr lang="ru-RU" sz="2400"/>
              <a:t> двух компаний. </a:t>
            </a:r>
            <a:endParaRPr/>
          </a:p>
          <a:p>
            <a:pPr>
              <a:defRPr/>
            </a:pPr>
            <a:endParaRPr lang="ru-RU" sz="240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51164" y="2010983"/>
            <a:ext cx="5576021" cy="139247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Неживой объект</a:t>
            </a:r>
            <a:r>
              <a:rPr lang="ru-RU"/>
              <a:t>. Глагол «существовать»</a:t>
            </a:r>
            <a:endParaRPr lang="ru-RU"/>
          </a:p>
        </p:txBody>
      </p:sp>
      <p:pic>
        <p:nvPicPr>
          <p:cNvPr id="4" name="Объект 3"/>
          <p:cNvPicPr>
            <a:picLocks noChangeAspect="1" noGrp="1"/>
          </p:cNvPicPr>
          <p:nvPr>
            <p:ph sz="half" idx="1"/>
          </p:nvPr>
        </p:nvPicPr>
        <p:blipFill>
          <a:blip r:embed="rId2"/>
          <a:stretch/>
        </p:blipFill>
        <p:spPr bwMode="auto">
          <a:xfrm>
            <a:off x="755073" y="1474774"/>
            <a:ext cx="7467600" cy="146051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Неживой объект. Глагол </a:t>
            </a:r>
            <a:r>
              <a:rPr lang="ru-RU"/>
              <a:t>«находиться»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ru-RU" sz="2000"/>
              <a:t>В </a:t>
            </a:r>
            <a:r>
              <a:rPr lang="ru-RU" sz="2000"/>
              <a:t>системном блоке находятся внутренние устройства компьютера.</a:t>
            </a:r>
            <a:endParaRPr/>
          </a:p>
          <a:p>
            <a:pPr>
              <a:defRPr/>
            </a:pPr>
            <a:endParaRPr lang="ru-RU" sz="2000"/>
          </a:p>
          <a:p>
            <a:pPr>
              <a:defRPr/>
            </a:pPr>
            <a:endParaRPr lang="ru-RU" sz="2000"/>
          </a:p>
          <a:p>
            <a:pPr>
              <a:defRPr/>
            </a:pPr>
            <a:endParaRPr lang="ru-RU" sz="200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718055" y="1994161"/>
            <a:ext cx="6945889" cy="15443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Неживой объект. Глагол </a:t>
            </a:r>
            <a:r>
              <a:rPr lang="ru-RU"/>
              <a:t>«иметься»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2000"/>
              <a:t>В </a:t>
            </a:r>
            <a:r>
              <a:rPr lang="ru-RU" sz="2000"/>
              <a:t>коде имеется ошибка</a:t>
            </a:r>
            <a:r>
              <a:rPr lang="ru-RU"/>
              <a:t>.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57200" y="2099404"/>
            <a:ext cx="8141983" cy="18629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Неживой объект. Глагол </a:t>
            </a:r>
            <a:r>
              <a:rPr lang="ru-RU"/>
              <a:t>«содержаться»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2400"/>
              <a:t>В </a:t>
            </a:r>
            <a:r>
              <a:rPr lang="ru-RU" sz="2400"/>
              <a:t>молекуле воды содержится два атома водорода и один атом кислорода. </a:t>
            </a:r>
            <a:endParaRPr lang="ru-RU" sz="2400"/>
          </a:p>
          <a:p>
            <a:pPr>
              <a:defRPr/>
            </a:pPr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88550" y="2492017"/>
            <a:ext cx="6593032" cy="163360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Неживой объект. Глагол </a:t>
            </a:r>
            <a:r>
              <a:rPr lang="ru-RU"/>
              <a:t>«насчитываться»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ru-RU" sz="2000"/>
              <a:t>В </a:t>
            </a:r>
            <a:r>
              <a:rPr lang="ru-RU" sz="2000"/>
              <a:t>Петербурге насчитывается около 500 музеев</a:t>
            </a:r>
            <a:r>
              <a:rPr lang="ru-RU" sz="2000"/>
              <a:t>.</a:t>
            </a:r>
            <a:endParaRPr lang="ru-RU" sz="200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505691" y="1822748"/>
            <a:ext cx="7910080" cy="173310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Неживой объект. Глагол </a:t>
            </a:r>
            <a:r>
              <a:rPr lang="ru-RU"/>
              <a:t>«наблюдаться»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ru-RU" sz="2000"/>
              <a:t>В </a:t>
            </a:r>
            <a:r>
              <a:rPr lang="ru-RU" sz="2000"/>
              <a:t>Петербурге наблюдается повышение температуры воздуха. </a:t>
            </a:r>
            <a:endParaRPr lang="ru-RU" sz="200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39665" y="2000232"/>
            <a:ext cx="7502669" cy="15097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Неживой объект. Глагол </a:t>
            </a:r>
            <a:r>
              <a:rPr lang="ru-RU"/>
              <a:t>«встречаться»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ru-RU" sz="2400"/>
              <a:t>В </a:t>
            </a:r>
            <a:r>
              <a:rPr lang="ru-RU" sz="2400"/>
              <a:t>Австралии встречаются необычные животные. </a:t>
            </a:r>
            <a:endParaRPr lang="ru-RU" sz="240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839282" y="2179284"/>
            <a:ext cx="6703435" cy="12830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/>
        <p:txBody>
          <a:bodyPr>
            <a:normAutofit fontScale="92500" lnSpcReduction="10000"/>
          </a:bodyPr>
          <a:lstStyle/>
          <a:p>
            <a:pPr marL="457200" indent="-457200">
              <a:buAutoNum type="arabicPeriod"/>
              <a:defRPr/>
            </a:pPr>
            <a:r>
              <a:rPr lang="ru-RU" sz="2000" b="1"/>
              <a:t>Что есть в аудитории?</a:t>
            </a:r>
            <a:endParaRPr/>
          </a:p>
          <a:p>
            <a:pPr marL="457200" indent="-457200">
              <a:buAutoNum type="arabicPeriod"/>
              <a:defRPr/>
            </a:pPr>
            <a:r>
              <a:rPr lang="ru-RU" sz="2000" b="1"/>
              <a:t>Кто присутствует в аудитории?</a:t>
            </a:r>
            <a:endParaRPr/>
          </a:p>
          <a:p>
            <a:pPr marL="457200" indent="-457200">
              <a:buAutoNum type="arabicPeriod"/>
              <a:defRPr/>
            </a:pPr>
            <a:r>
              <a:rPr lang="ru-RU" sz="2000" b="1"/>
              <a:t>Где находится наша аудитория? </a:t>
            </a:r>
            <a:endParaRPr/>
          </a:p>
          <a:p>
            <a:pPr marL="457200" indent="-457200">
              <a:buAutoNum type="arabicPeriod"/>
              <a:defRPr/>
            </a:pPr>
            <a:r>
              <a:rPr lang="ru-RU" sz="2000" b="1"/>
              <a:t>Какие существуют языки программирования? </a:t>
            </a:r>
            <a:endParaRPr/>
          </a:p>
          <a:p>
            <a:pPr marL="457200" indent="-457200">
              <a:buAutoNum type="arabicPeriod"/>
              <a:defRPr/>
            </a:pPr>
            <a:r>
              <a:rPr lang="ru-RU" sz="2000" b="1"/>
              <a:t>Какие температурные изменения наблюдаются в Петербурге? </a:t>
            </a:r>
            <a:endParaRPr/>
          </a:p>
          <a:p>
            <a:pPr marL="457200" indent="-457200">
              <a:buAutoNum type="arabicPeriod"/>
              <a:defRPr/>
            </a:pPr>
            <a:r>
              <a:rPr lang="ru-RU" sz="2000" b="1"/>
              <a:t>Сколько насчитывается иностранных студентов в ИТМО?</a:t>
            </a:r>
            <a:endParaRPr/>
          </a:p>
          <a:p>
            <a:pPr marL="457200" indent="-457200">
              <a:buAutoNum type="arabicPeriod"/>
              <a:defRPr/>
            </a:pPr>
            <a:r>
              <a:rPr lang="ru-RU" sz="2000" b="1"/>
              <a:t>Какие самые популярные ошибки встречаются в речи иностранных студентов? </a:t>
            </a:r>
            <a:endParaRPr/>
          </a:p>
          <a:p>
            <a:pPr marL="457200" indent="-457200">
              <a:buAutoNum type="arabicPeriod"/>
              <a:defRPr/>
            </a:pPr>
            <a:r>
              <a:rPr lang="ru-RU" sz="2000" b="1"/>
              <a:t>Что содержится в мясе? </a:t>
            </a:r>
            <a:endParaRPr/>
          </a:p>
          <a:p>
            <a:pPr marL="457200" indent="-457200">
              <a:buAutoNum type="arabicPeriod"/>
              <a:defRPr/>
            </a:pPr>
            <a:r>
              <a:rPr lang="ru-RU" sz="2000" b="1"/>
              <a:t> Какие имеются трудности в общежитии? </a:t>
            </a:r>
            <a:endParaRPr/>
          </a:p>
          <a:p>
            <a:pPr marL="457200" indent="-457200">
              <a:buAutoNum type="arabicPeriod"/>
              <a:defRPr/>
            </a:pPr>
            <a:endParaRPr lang="ru-RU" sz="2000" b="1"/>
          </a:p>
          <a:p>
            <a:pPr marL="457200" indent="-457200">
              <a:buAutoNum type="arabicPeriod"/>
              <a:defRPr/>
            </a:pPr>
            <a:endParaRPr lang="ru-RU" sz="2000" b="1"/>
          </a:p>
          <a:p>
            <a:pPr marL="457200" indent="-457200">
              <a:buAutoNum type="arabicPeriod"/>
              <a:defRPr/>
            </a:pPr>
            <a:endParaRPr lang="ru-RU" sz="2000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endParaRPr lang="ru-RU"/>
          </a:p>
        </p:txBody>
      </p:sp>
      <p:pic>
        <p:nvPicPr>
          <p:cNvPr id="4" name="Объект 3"/>
          <p:cNvPicPr>
            <a:picLocks noChangeAspect="1" noGrp="1"/>
          </p:cNvPicPr>
          <p:nvPr>
            <p:ph sz="half" idx="1"/>
          </p:nvPr>
        </p:nvPicPr>
        <p:blipFill>
          <a:blip r:embed="rId2"/>
          <a:stretch/>
        </p:blipFill>
        <p:spPr bwMode="auto">
          <a:xfrm>
            <a:off x="665138" y="1128135"/>
            <a:ext cx="3525862" cy="34480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type="body" sz="quarter" idx="11"/>
          </p:nvPr>
        </p:nvSpPr>
        <p:spPr bwMode="auto"/>
        <p:txBody>
          <a:bodyPr>
            <a:normAutofit/>
          </a:bodyPr>
          <a:lstStyle/>
          <a:p>
            <a:pPr marL="342900" indent="-342900">
              <a:buAutoNum type="arabicPeriod"/>
              <a:defRPr/>
            </a:pPr>
            <a:r>
              <a:rPr lang="ru-RU" sz="2000"/>
              <a:t>Что нужно для чего? </a:t>
            </a:r>
            <a:endParaRPr/>
          </a:p>
          <a:p>
            <a:pPr marL="342900" indent="-342900">
              <a:buAutoNum type="arabicPeriod"/>
              <a:defRPr/>
            </a:pPr>
            <a:r>
              <a:rPr lang="ru-RU" sz="2000"/>
              <a:t>Что предназначено для чего? </a:t>
            </a:r>
            <a:endParaRPr/>
          </a:p>
          <a:p>
            <a:pPr marL="342900" indent="-342900">
              <a:buAutoNum type="arabicPeriod"/>
              <a:defRPr/>
            </a:pPr>
            <a:r>
              <a:rPr lang="ru-RU" sz="2000"/>
              <a:t>Что позволяет что делать? </a:t>
            </a:r>
            <a:endParaRPr/>
          </a:p>
          <a:p>
            <a:pPr marL="342900" indent="-342900">
              <a:buAutoNum type="arabicPeriod"/>
              <a:defRPr/>
            </a:pPr>
            <a:r>
              <a:rPr lang="ru-RU" sz="2000"/>
              <a:t>Что служит для чего? </a:t>
            </a:r>
            <a:endParaRPr/>
          </a:p>
          <a:p>
            <a:pPr marL="342900" indent="-342900">
              <a:buAutoNum type="arabicPeriod"/>
              <a:defRPr/>
            </a:pPr>
            <a:r>
              <a:rPr lang="ru-RU" sz="2000"/>
              <a:t>Что используется для чего?</a:t>
            </a:r>
            <a:endParaRPr/>
          </a:p>
          <a:p>
            <a:pPr marL="342900" indent="-342900">
              <a:buAutoNum type="arabicPeriod"/>
              <a:defRPr/>
            </a:pPr>
            <a:r>
              <a:rPr lang="ru-RU" sz="2000"/>
              <a:t>Что подходит для чего?</a:t>
            </a:r>
            <a:endParaRPr lang="ru-RU" sz="200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type="body" sz="quarter" idx="1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ru-RU" sz="2000"/>
              <a:t>Предмет </a:t>
            </a:r>
            <a:r>
              <a:rPr lang="ru-RU" sz="2000"/>
              <a:t>предназачен</a:t>
            </a:r>
            <a:r>
              <a:rPr lang="ru-RU" sz="2000"/>
              <a:t> для чего?</a:t>
            </a:r>
            <a:br>
              <a:rPr lang="ru-RU" sz="2000"/>
            </a:br>
            <a:r>
              <a:rPr lang="en-US" sz="2000" u="sng">
                <a:hlinkClick r:id="rId2" tooltip="https://wordwall.net/ru/resource/12996950"/>
              </a:rPr>
              <a:t>https://</a:t>
            </a:r>
            <a:r>
              <a:rPr lang="en-US" sz="2000" u="sng">
                <a:hlinkClick r:id="rId2" tooltip="https://wordwall.net/ru/resource/12996950"/>
              </a:rPr>
              <a:t>wordwall.net/ru/resource/12996950</a:t>
            </a:r>
            <a:r>
              <a:rPr lang="ru-RU" sz="2000"/>
              <a:t> </a:t>
            </a:r>
            <a:br>
              <a:rPr lang="ru-RU" sz="2000"/>
            </a:br>
            <a:r>
              <a:rPr lang="en-US" sz="2000" u="sng">
                <a:hlinkClick r:id="rId3" tooltip="https://wordwall.net/ru/resource/12997408"/>
              </a:rPr>
              <a:t>https://</a:t>
            </a:r>
            <a:r>
              <a:rPr lang="en-US" sz="2000" u="sng">
                <a:hlinkClick r:id="rId3" tooltip="https://wordwall.net/ru/resource/12997408"/>
              </a:rPr>
              <a:t>wordwall.net/ru/resource/12997408</a:t>
            </a:r>
            <a:r>
              <a:rPr lang="ru-RU" sz="2000"/>
              <a:t> </a:t>
            </a:r>
            <a:endParaRPr lang="ru-RU" sz="200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Текст 4"/>
          <p:cNvSpPr>
            <a:spLocks noGrp="1"/>
          </p:cNvSpPr>
          <p:nvPr>
            <p:ph type="body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endParaRPr lang="ru-RU"/>
          </a:p>
        </p:txBody>
      </p:sp>
      <p:pic>
        <p:nvPicPr>
          <p:cNvPr id="1026" name="Picture 2" descr="https://lh7-us.googleusercontent.com/JpzcRzSO34TqlryD8TmNT2DCiENoaQBytF0ls3G3NRFk3G1BRQFn3FjnJbGSHB-Wu5YrhdZc9u-CQF0_iYMhY1VJF47zceqiPAJekV1QMc7NqawuO04n_ajXrpXQQYYHhGQGPb2bRt8SXyAQGbCrrPbgNg=s2048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568978" y="1162050"/>
            <a:ext cx="5630931" cy="3396435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type="body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Термометр</a:t>
            </a:r>
            <a:endParaRPr/>
          </a:p>
          <a:p>
            <a:pPr>
              <a:defRPr/>
            </a:pPr>
            <a:r>
              <a:rPr lang="ru-RU"/>
              <a:t>Секундомер</a:t>
            </a:r>
            <a:endParaRPr/>
          </a:p>
          <a:p>
            <a:pPr>
              <a:defRPr/>
            </a:pPr>
            <a:r>
              <a:rPr lang="ru-RU"/>
              <a:t>Амперметр</a:t>
            </a:r>
            <a:endParaRPr/>
          </a:p>
          <a:p>
            <a:pPr>
              <a:defRPr/>
            </a:pPr>
            <a:r>
              <a:rPr lang="ru-RU"/>
              <a:t>Динамометр</a:t>
            </a:r>
            <a:endParaRPr/>
          </a:p>
          <a:p>
            <a:pPr>
              <a:defRPr/>
            </a:pPr>
            <a:r>
              <a:rPr lang="ru-RU"/>
              <a:t>Часы </a:t>
            </a:r>
            <a:endParaRPr/>
          </a:p>
          <a:p>
            <a:pPr>
              <a:defRPr/>
            </a:pPr>
            <a:r>
              <a:rPr lang="ru-RU"/>
              <a:t>Барометр</a:t>
            </a:r>
            <a:endParaRPr/>
          </a:p>
          <a:p>
            <a:pPr>
              <a:defRPr/>
            </a:pPr>
            <a:r>
              <a:rPr lang="ru-RU"/>
              <a:t>Рулетка</a:t>
            </a:r>
            <a:endParaRPr/>
          </a:p>
          <a:p>
            <a:pPr>
              <a:defRPr/>
            </a:pPr>
            <a:r>
              <a:rPr lang="ru-RU"/>
              <a:t>Манометр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Для чего </a:t>
            </a:r>
            <a:r>
              <a:rPr lang="ru-RU"/>
              <a:t></a:t>
            </a:r>
            <a:r>
              <a:rPr lang="en-US"/>
              <a:t> </a:t>
            </a:r>
            <a:r>
              <a:rPr lang="ru-RU"/>
              <a:t>Для того, чтобы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quarter" idx="20"/>
          </p:nvPr>
        </p:nvSpPr>
        <p:spPr bwMode="auto"/>
        <p:txBody>
          <a:bodyPr>
            <a:normAutofit lnSpcReduction="10000"/>
          </a:bodyPr>
          <a:lstStyle/>
          <a:p>
            <a:pPr>
              <a:defRPr/>
            </a:pPr>
            <a:r>
              <a:rPr lang="ru-RU"/>
              <a:t>Микроскоп (увеличение)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21"/>
          </p:nvPr>
        </p:nvSpPr>
        <p:spPr bwMode="auto"/>
        <p:txBody>
          <a:bodyPr>
            <a:normAutofit lnSpcReduction="10000"/>
          </a:bodyPr>
          <a:lstStyle/>
          <a:p>
            <a:pPr>
              <a:defRPr/>
            </a:pPr>
            <a:r>
              <a:rPr lang="ru-RU"/>
              <a:t>Весы (измерение массы)</a:t>
            </a:r>
            <a:endParaRPr lang="ru-RU"/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22"/>
          </p:nvPr>
        </p:nvSpPr>
        <p:spPr bwMode="auto"/>
        <p:txBody>
          <a:bodyPr>
            <a:normAutofit lnSpcReduction="10000"/>
          </a:bodyPr>
          <a:lstStyle/>
          <a:p>
            <a:pPr>
              <a:defRPr/>
            </a:pPr>
            <a:r>
              <a:rPr lang="ru-RU"/>
              <a:t>Линейка (измерение длины)</a:t>
            </a:r>
            <a:endParaRPr lang="ru-RU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Научные приборы</a:t>
            </a:r>
            <a:endParaRPr lang="ru-RU"/>
          </a:p>
        </p:txBody>
      </p:sp>
      <p:pic>
        <p:nvPicPr>
          <p:cNvPr id="16" name="Рисунок 15"/>
          <p:cNvPicPr>
            <a:picLocks noChangeAspect="1" noGrp="1"/>
          </p:cNvPicPr>
          <p:nvPr>
            <p:ph type="pic" sz="quarter" idx="31"/>
          </p:nvPr>
        </p:nvPicPr>
        <p:blipFill>
          <a:blip r:embed="rId2"/>
          <a:srcRect l="0" t="24801" r="0" b="24801"/>
          <a:stretch/>
        </p:blipFill>
        <p:spPr bwMode="auto">
          <a:prstGeom prst="rect">
            <a:avLst/>
          </a:prstGeom>
        </p:spPr>
      </p:pic>
      <p:pic>
        <p:nvPicPr>
          <p:cNvPr id="17" name="Рисунок 16"/>
          <p:cNvPicPr>
            <a:picLocks noChangeAspect="1" noGrp="1"/>
          </p:cNvPicPr>
          <p:nvPr>
            <p:ph type="pic" sz="quarter" idx="32"/>
          </p:nvPr>
        </p:nvPicPr>
        <p:blipFill>
          <a:blip r:embed="rId3"/>
          <a:srcRect l="0" t="21928" r="0" b="21927"/>
          <a:stretch/>
        </p:blipFill>
        <p:spPr bwMode="auto">
          <a:prstGeom prst="rect">
            <a:avLst/>
          </a:prstGeom>
        </p:spPr>
      </p:pic>
      <p:pic>
        <p:nvPicPr>
          <p:cNvPr id="18" name="Рисунок 17"/>
          <p:cNvPicPr>
            <a:picLocks noChangeAspect="1" noGrp="1"/>
          </p:cNvPicPr>
          <p:nvPr>
            <p:ph type="pic" sz="quarter" idx="33"/>
          </p:nvPr>
        </p:nvPicPr>
        <p:blipFill>
          <a:blip r:embed="rId4"/>
          <a:srcRect l="0" t="10316" r="0" b="10316"/>
          <a:stretch/>
        </p:blipFill>
        <p:spPr bwMode="auto">
          <a:prstGeom prst="rect">
            <a:avLst/>
          </a:prstGeom>
        </p:spPr>
      </p:pic>
      <p:sp>
        <p:nvSpPr>
          <p:cNvPr id="10" name="Текст 9"/>
          <p:cNvSpPr>
            <a:spLocks noGrp="1"/>
          </p:cNvSpPr>
          <p:nvPr>
            <p:ph type="body" sz="quarter" idx="34"/>
          </p:nvPr>
        </p:nvSpPr>
        <p:spPr bwMode="auto"/>
        <p:txBody>
          <a:bodyPr>
            <a:normAutofit fontScale="92500"/>
          </a:bodyPr>
          <a:lstStyle/>
          <a:p>
            <a:pPr>
              <a:defRPr/>
            </a:pPr>
            <a:r>
              <a:rPr lang="ru-RU"/>
              <a:t>Термометр (измерение температуры)</a:t>
            </a:r>
            <a:endParaRPr lang="ru-RU"/>
          </a:p>
        </p:txBody>
      </p:sp>
      <p:sp>
        <p:nvSpPr>
          <p:cNvPr id="11" name="Текст 10"/>
          <p:cNvSpPr>
            <a:spLocks noGrp="1"/>
          </p:cNvSpPr>
          <p:nvPr>
            <p:ph type="body" sz="quarter" idx="35"/>
          </p:nvPr>
        </p:nvSpPr>
        <p:spPr bwMode="auto"/>
        <p:txBody>
          <a:bodyPr>
            <a:normAutofit lnSpcReduction="10000"/>
          </a:bodyPr>
          <a:lstStyle/>
          <a:p>
            <a:pPr>
              <a:defRPr/>
            </a:pPr>
            <a:r>
              <a:rPr lang="ru-RU"/>
              <a:t>Спидометр (измерение скорости)</a:t>
            </a:r>
            <a:endParaRPr lang="ru-RU"/>
          </a:p>
        </p:txBody>
      </p:sp>
      <p:sp>
        <p:nvSpPr>
          <p:cNvPr id="12" name="Текст 11"/>
          <p:cNvSpPr>
            <a:spLocks noGrp="1"/>
          </p:cNvSpPr>
          <p:nvPr>
            <p:ph type="body" sz="quarter" idx="36"/>
          </p:nvPr>
        </p:nvSpPr>
        <p:spPr bwMode="auto"/>
        <p:txBody>
          <a:bodyPr>
            <a:normAutofit lnSpcReduction="10000"/>
          </a:bodyPr>
          <a:lstStyle/>
          <a:p>
            <a:pPr>
              <a:defRPr/>
            </a:pPr>
            <a:r>
              <a:rPr lang="ru-RU"/>
              <a:t>Телескоп (наблюдение)</a:t>
            </a:r>
            <a:endParaRPr lang="ru-RU"/>
          </a:p>
        </p:txBody>
      </p:sp>
      <p:pic>
        <p:nvPicPr>
          <p:cNvPr id="19" name="Рисунок 18"/>
          <p:cNvPicPr>
            <a:picLocks noChangeAspect="1" noGrp="1"/>
          </p:cNvPicPr>
          <p:nvPr>
            <p:ph type="pic" sz="quarter" idx="37"/>
          </p:nvPr>
        </p:nvPicPr>
        <p:blipFill>
          <a:blip r:embed="rId5"/>
          <a:srcRect l="0" t="16442" r="0" b="16442"/>
          <a:stretch/>
        </p:blipFill>
        <p:spPr bwMode="auto">
          <a:prstGeom prst="rect">
            <a:avLst/>
          </a:prstGeom>
        </p:spPr>
      </p:pic>
      <p:pic>
        <p:nvPicPr>
          <p:cNvPr id="20" name="Рисунок 19"/>
          <p:cNvPicPr>
            <a:picLocks noChangeAspect="1" noGrp="1"/>
          </p:cNvPicPr>
          <p:nvPr>
            <p:ph type="pic" sz="quarter" idx="38"/>
          </p:nvPr>
        </p:nvPicPr>
        <p:blipFill>
          <a:blip r:embed="rId6"/>
          <a:srcRect l="0" t="24831" r="0" b="24831"/>
          <a:stretch/>
        </p:blipFill>
        <p:spPr bwMode="auto">
          <a:prstGeom prst="rect">
            <a:avLst/>
          </a:prstGeom>
        </p:spPr>
      </p:pic>
      <p:pic>
        <p:nvPicPr>
          <p:cNvPr id="22" name="Рисунок 21"/>
          <p:cNvPicPr>
            <a:picLocks noChangeAspect="1" noGrp="1"/>
          </p:cNvPicPr>
          <p:nvPr>
            <p:ph type="pic" sz="quarter" idx="39"/>
          </p:nvPr>
        </p:nvPicPr>
        <p:blipFill>
          <a:blip r:embed="rId7"/>
          <a:srcRect l="0" t="11296" r="0" b="11295"/>
          <a:stretch/>
        </p:blipFill>
        <p:spPr bwMode="auto"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" name="Заголовок 16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Для чего нужны эти устройства компьютера? </a:t>
            </a:r>
            <a:endParaRPr lang="ru-RU"/>
          </a:p>
        </p:txBody>
      </p:sp>
      <p:pic>
        <p:nvPicPr>
          <p:cNvPr id="19" name="Рисунок 18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74351" y="1233715"/>
            <a:ext cx="4519549" cy="30768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" name="Заголовок 16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Для чего нужны эти устройства компьютера? </a:t>
            </a:r>
            <a:endParaRPr lang="ru-RU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57842" y="1229819"/>
            <a:ext cx="3802002" cy="32887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1"/>
          </p:nvPr>
        </p:nvSpPr>
        <p:spPr bwMode="auto">
          <a:xfrm>
            <a:off x="457200" y="1233715"/>
            <a:ext cx="1825511" cy="186472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85000" lnSpcReduction="20000"/>
          </a:bodyPr>
          <a:lstStyle/>
          <a:p>
            <a:pPr algn="ctr">
              <a:defRPr/>
            </a:pPr>
            <a:r>
              <a:rPr lang="ru-RU" b="1"/>
              <a:t>Физические величины</a:t>
            </a:r>
            <a:endParaRPr/>
          </a:p>
          <a:p>
            <a:pPr marL="285750" indent="-285750" algn="just">
              <a:buFont typeface="Arial"/>
              <a:buChar char="•"/>
              <a:defRPr/>
            </a:pPr>
            <a:r>
              <a:rPr lang="ru-RU"/>
              <a:t>Скорость</a:t>
            </a:r>
            <a:endParaRPr/>
          </a:p>
          <a:p>
            <a:pPr marL="285750" indent="-285750" algn="just">
              <a:buFont typeface="Arial"/>
              <a:buChar char="•"/>
              <a:defRPr/>
            </a:pPr>
            <a:r>
              <a:rPr lang="ru-RU"/>
              <a:t>Масса</a:t>
            </a:r>
            <a:endParaRPr/>
          </a:p>
          <a:p>
            <a:pPr marL="285750" indent="-285750" algn="just">
              <a:buFont typeface="Arial"/>
              <a:buChar char="•"/>
              <a:defRPr/>
            </a:pPr>
            <a:r>
              <a:rPr lang="ru-RU"/>
              <a:t>Объём </a:t>
            </a:r>
            <a:endParaRPr/>
          </a:p>
          <a:p>
            <a:pPr marL="285750" indent="-285750" algn="just">
              <a:buFont typeface="Arial"/>
              <a:buChar char="•"/>
              <a:defRPr/>
            </a:pPr>
            <a:r>
              <a:rPr lang="ru-RU"/>
              <a:t>Давление </a:t>
            </a:r>
            <a:endParaRPr/>
          </a:p>
          <a:p>
            <a:pPr marL="285750" indent="-285750" algn="just">
              <a:buFont typeface="Arial"/>
              <a:buChar char="•"/>
              <a:defRPr/>
            </a:pPr>
            <a:r>
              <a:rPr lang="ru-RU"/>
              <a:t>Длина </a:t>
            </a:r>
            <a:endParaRPr/>
          </a:p>
          <a:p>
            <a:pPr algn="just">
              <a:defRPr/>
            </a:pPr>
            <a:r>
              <a:rPr lang="ru-RU" b="1"/>
              <a:t>…</a:t>
            </a:r>
            <a:endParaRPr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Измерение (измерять – измерить)</a:t>
            </a:r>
            <a:endParaRPr lang="ru-RU"/>
          </a:p>
        </p:txBody>
      </p:sp>
      <p:sp>
        <p:nvSpPr>
          <p:cNvPr id="4" name="Текст 1"/>
          <p:cNvSpPr txBox="1"/>
          <p:nvPr/>
        </p:nvSpPr>
        <p:spPr bwMode="auto">
          <a:xfrm>
            <a:off x="2382483" y="1233715"/>
            <a:ext cx="1886910" cy="18647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l" defTabSz="457200">
              <a:spcBef>
                <a:spcPts val="0"/>
              </a:spcBef>
              <a:buSzPct val="100000"/>
              <a:buFontTx/>
              <a:buNone/>
              <a:defRPr sz="16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>
              <a:spcBef>
                <a:spcPts val="0"/>
              </a:spcBef>
              <a:buFontTx/>
              <a:buNone/>
              <a:defRPr sz="16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>
              <a:spcBef>
                <a:spcPts val="0"/>
              </a:spcBef>
              <a:buFontTx/>
              <a:buNone/>
              <a:defRPr sz="16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>
              <a:spcBef>
                <a:spcPts val="0"/>
              </a:spcBef>
              <a:buFontTx/>
              <a:buNone/>
              <a:defRPr sz="16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>
              <a:spcBef>
                <a:spcPts val="0"/>
              </a:spcBef>
              <a:buFontTx/>
              <a:buNone/>
              <a:defRPr sz="16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>
              <a:spcBef>
                <a:spcPts val="0"/>
              </a:spcBef>
              <a:buFont typeface="Arial"/>
              <a:buChar char="•"/>
              <a:defRPr sz="2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>
              <a:spcBef>
                <a:spcPts val="0"/>
              </a:spcBef>
              <a:buFont typeface="Arial"/>
              <a:buChar char="•"/>
              <a:defRPr sz="2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>
              <a:spcBef>
                <a:spcPts val="0"/>
              </a:spcBef>
              <a:buFont typeface="Arial"/>
              <a:buChar char="•"/>
              <a:defRPr sz="2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>
              <a:spcBef>
                <a:spcPts val="0"/>
              </a:spcBef>
              <a:buFont typeface="Arial"/>
              <a:buChar char="•"/>
              <a:defRPr sz="2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ru-RU" b="1"/>
              <a:t>Единицы измерения</a:t>
            </a:r>
            <a:endParaRPr/>
          </a:p>
          <a:p>
            <a:pPr marL="285750" indent="-285750" algn="just">
              <a:buFont typeface="Arial"/>
              <a:buChar char="•"/>
              <a:defRPr/>
            </a:pPr>
            <a:r>
              <a:rPr lang="ru-RU"/>
              <a:t>Килограмм</a:t>
            </a:r>
            <a:endParaRPr/>
          </a:p>
          <a:p>
            <a:pPr marL="285750" indent="-285750" algn="just">
              <a:buFont typeface="Arial"/>
              <a:buChar char="•"/>
              <a:defRPr/>
            </a:pPr>
            <a:r>
              <a:rPr lang="ru-RU"/>
              <a:t>Сантиметр</a:t>
            </a:r>
            <a:endParaRPr/>
          </a:p>
          <a:p>
            <a:pPr marL="285750" indent="-285750" algn="just">
              <a:buFont typeface="Arial"/>
              <a:buChar char="•"/>
              <a:defRPr/>
            </a:pPr>
            <a:r>
              <a:rPr lang="ru-RU"/>
              <a:t>Кельвин</a:t>
            </a:r>
            <a:endParaRPr/>
          </a:p>
          <a:p>
            <a:pPr marL="285750" indent="-285750" algn="just">
              <a:buFont typeface="Arial"/>
              <a:buChar char="•"/>
              <a:defRPr/>
            </a:pPr>
            <a:r>
              <a:rPr lang="ru-RU"/>
              <a:t>Ампер</a:t>
            </a:r>
            <a:endParaRPr/>
          </a:p>
          <a:p>
            <a:pPr marL="285750" indent="-285750" algn="just">
              <a:buFont typeface="Arial"/>
              <a:buChar char="•"/>
              <a:defRPr/>
            </a:pPr>
            <a:r>
              <a:rPr lang="ru-RU"/>
              <a:t>Вольт</a:t>
            </a:r>
            <a:endParaRPr/>
          </a:p>
          <a:p>
            <a:pPr algn="just">
              <a:defRPr/>
            </a:pPr>
            <a:r>
              <a:rPr lang="ru-RU" b="1"/>
              <a:t>…</a:t>
            </a:r>
            <a:endParaRPr/>
          </a:p>
        </p:txBody>
      </p:sp>
      <p:sp>
        <p:nvSpPr>
          <p:cNvPr id="5" name="Текст 1"/>
          <p:cNvSpPr txBox="1"/>
          <p:nvPr/>
        </p:nvSpPr>
        <p:spPr bwMode="auto">
          <a:xfrm>
            <a:off x="4369165" y="1233715"/>
            <a:ext cx="1893488" cy="18647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l" defTabSz="457200">
              <a:spcBef>
                <a:spcPts val="0"/>
              </a:spcBef>
              <a:buSzPct val="100000"/>
              <a:buFontTx/>
              <a:buNone/>
              <a:defRPr sz="16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>
              <a:spcBef>
                <a:spcPts val="0"/>
              </a:spcBef>
              <a:buFontTx/>
              <a:buNone/>
              <a:defRPr sz="16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>
              <a:spcBef>
                <a:spcPts val="0"/>
              </a:spcBef>
              <a:buFontTx/>
              <a:buNone/>
              <a:defRPr sz="16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>
              <a:spcBef>
                <a:spcPts val="0"/>
              </a:spcBef>
              <a:buFontTx/>
              <a:buNone/>
              <a:defRPr sz="16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>
              <a:spcBef>
                <a:spcPts val="0"/>
              </a:spcBef>
              <a:buFontTx/>
              <a:buNone/>
              <a:defRPr sz="16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>
              <a:spcBef>
                <a:spcPts val="0"/>
              </a:spcBef>
              <a:buFont typeface="Arial"/>
              <a:buChar char="•"/>
              <a:defRPr sz="2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>
              <a:spcBef>
                <a:spcPts val="0"/>
              </a:spcBef>
              <a:buFont typeface="Arial"/>
              <a:buChar char="•"/>
              <a:defRPr sz="2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>
              <a:spcBef>
                <a:spcPts val="0"/>
              </a:spcBef>
              <a:buFont typeface="Arial"/>
              <a:buChar char="•"/>
              <a:defRPr sz="2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>
              <a:spcBef>
                <a:spcPts val="0"/>
              </a:spcBef>
              <a:buFont typeface="Arial"/>
              <a:buChar char="•"/>
              <a:defRPr sz="2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ru-RU" b="1"/>
              <a:t>Приборы</a:t>
            </a:r>
            <a:endParaRPr/>
          </a:p>
          <a:p>
            <a:pPr marL="285750" indent="-285750" algn="just">
              <a:buFont typeface="Arial"/>
              <a:buChar char="•"/>
              <a:defRPr/>
            </a:pPr>
            <a:r>
              <a:rPr lang="ru-RU"/>
              <a:t>Весы</a:t>
            </a:r>
            <a:endParaRPr/>
          </a:p>
          <a:p>
            <a:pPr marL="285750" indent="-285750" algn="just">
              <a:buFont typeface="Arial"/>
              <a:buChar char="•"/>
              <a:defRPr/>
            </a:pPr>
            <a:r>
              <a:rPr lang="ru-RU"/>
              <a:t>Амперметр</a:t>
            </a:r>
            <a:endParaRPr/>
          </a:p>
          <a:p>
            <a:pPr marL="285750" indent="-285750" algn="just">
              <a:buFont typeface="Arial"/>
              <a:buChar char="•"/>
              <a:defRPr/>
            </a:pPr>
            <a:r>
              <a:rPr lang="ru-RU"/>
              <a:t>Барометр</a:t>
            </a:r>
            <a:endParaRPr/>
          </a:p>
          <a:p>
            <a:pPr marL="285750" indent="-285750" algn="just">
              <a:buFont typeface="Arial"/>
              <a:buChar char="•"/>
              <a:defRPr/>
            </a:pPr>
            <a:r>
              <a:rPr lang="ru-RU"/>
              <a:t>Вольтметр</a:t>
            </a:r>
            <a:endParaRPr/>
          </a:p>
          <a:p>
            <a:pPr marL="285750" indent="-285750" algn="just">
              <a:buFont typeface="Arial"/>
              <a:buChar char="•"/>
              <a:defRPr/>
            </a:pPr>
            <a:r>
              <a:rPr lang="ru-RU"/>
              <a:t>Термометр</a:t>
            </a:r>
            <a:endParaRPr/>
          </a:p>
          <a:p>
            <a:pPr algn="just">
              <a:defRPr/>
            </a:pPr>
            <a:r>
              <a:rPr lang="ru-RU" b="1"/>
              <a:t>…</a:t>
            </a:r>
            <a:endParaRPr/>
          </a:p>
        </p:txBody>
      </p:sp>
      <p:sp>
        <p:nvSpPr>
          <p:cNvPr id="6" name="TextBox 5"/>
          <p:cNvSpPr txBox="1"/>
          <p:nvPr/>
        </p:nvSpPr>
        <p:spPr bwMode="auto">
          <a:xfrm>
            <a:off x="394705" y="3142256"/>
            <a:ext cx="70475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  <a:defRPr/>
            </a:pPr>
            <a:r>
              <a:rPr lang="ru-RU"/>
              <a:t>Что (Физическая величина) измеряется в чём (единица).</a:t>
            </a:r>
            <a:endParaRPr/>
          </a:p>
          <a:p>
            <a:pPr marL="342900" indent="-342900">
              <a:buAutoNum type="arabicPeriod"/>
              <a:defRPr/>
            </a:pPr>
            <a:r>
              <a:rPr lang="ru-RU"/>
              <a:t>Что (Физическая величина) измеряется чем (прибор).</a:t>
            </a:r>
            <a:endParaRPr/>
          </a:p>
          <a:p>
            <a:pPr marL="342900" indent="-342900">
              <a:buAutoNum type="arabicPeriod"/>
              <a:defRPr/>
            </a:pPr>
            <a:r>
              <a:rPr lang="ru-RU"/>
              <a:t>Что (прибор) служит для измерения чего (физическая величина).  </a:t>
            </a:r>
            <a:endParaRPr lang="ru-RU"/>
          </a:p>
        </p:txBody>
      </p:sp>
      <p:sp>
        <p:nvSpPr>
          <p:cNvPr id="7" name="TextBox 6"/>
          <p:cNvSpPr txBox="1"/>
          <p:nvPr/>
        </p:nvSpPr>
        <p:spPr bwMode="auto">
          <a:xfrm>
            <a:off x="670999" y="3993099"/>
            <a:ext cx="62692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i="1">
                <a:solidFill>
                  <a:srgbClr val="7030A0"/>
                </a:solidFill>
              </a:rPr>
              <a:t>Напряжение измеряется в вольтах. </a:t>
            </a:r>
            <a:br>
              <a:rPr lang="ru-RU" i="1">
                <a:solidFill>
                  <a:srgbClr val="7030A0"/>
                </a:solidFill>
              </a:rPr>
            </a:br>
            <a:r>
              <a:rPr lang="ru-RU" i="1">
                <a:solidFill>
                  <a:srgbClr val="7030A0"/>
                </a:solidFill>
              </a:rPr>
              <a:t>Напряжение измеряется вольтметром. </a:t>
            </a:r>
            <a:endParaRPr/>
          </a:p>
          <a:p>
            <a:pPr>
              <a:defRPr/>
            </a:pPr>
            <a:r>
              <a:rPr lang="ru-RU" i="1">
                <a:solidFill>
                  <a:srgbClr val="7030A0"/>
                </a:solidFill>
              </a:rPr>
              <a:t>Вольтметр служит для измерения напряжения. </a:t>
            </a:r>
            <a:endParaRPr lang="ru-RU" i="1">
              <a:solidFill>
                <a:srgbClr val="7030A0"/>
              </a:solidFill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7598072" y="3472949"/>
            <a:ext cx="1074920" cy="118527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57200" y="1010049"/>
            <a:ext cx="6092916" cy="31283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 bwMode="auto">
          <a:xfrm>
            <a:off x="457200" y="4138440"/>
            <a:ext cx="80125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/>
              <a:t>Что обозначается чем. </a:t>
            </a:r>
            <a:r>
              <a:rPr lang="ru-RU" i="1">
                <a:solidFill>
                  <a:srgbClr val="7030A0"/>
                </a:solidFill>
              </a:rPr>
              <a:t>(Площадь обозначается заглавной буквой </a:t>
            </a:r>
            <a:r>
              <a:rPr lang="en-US" i="1">
                <a:solidFill>
                  <a:srgbClr val="7030A0"/>
                </a:solidFill>
              </a:rPr>
              <a:t>S)</a:t>
            </a:r>
            <a:r>
              <a:rPr lang="ru-RU" i="1">
                <a:solidFill>
                  <a:srgbClr val="7030A0"/>
                </a:solidFill>
              </a:rPr>
              <a:t>. </a:t>
            </a:r>
            <a:endParaRPr/>
          </a:p>
          <a:p>
            <a:pPr>
              <a:defRPr/>
            </a:pPr>
            <a:r>
              <a:rPr lang="ru-RU"/>
              <a:t>Что обозначает что. </a:t>
            </a:r>
            <a:r>
              <a:rPr lang="ru-RU" i="1">
                <a:solidFill>
                  <a:srgbClr val="7030A0"/>
                </a:solidFill>
              </a:rPr>
              <a:t>(Заглавная буква </a:t>
            </a:r>
            <a:r>
              <a:rPr lang="en-US" i="1">
                <a:solidFill>
                  <a:srgbClr val="7030A0"/>
                </a:solidFill>
              </a:rPr>
              <a:t>S </a:t>
            </a:r>
            <a:r>
              <a:rPr lang="ru-RU" i="1">
                <a:solidFill>
                  <a:srgbClr val="7030A0"/>
                </a:solidFill>
              </a:rPr>
              <a:t>обозначает площадь).</a:t>
            </a:r>
            <a:endParaRPr lang="ru-RU" i="1">
              <a:solidFill>
                <a:srgbClr val="7030A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57200" y="934134"/>
            <a:ext cx="5238750" cy="4124325"/>
          </a:xfrm>
          <a:prstGeom prst="rect">
            <a:avLst/>
          </a:prstGeom>
        </p:spPr>
      </p:pic>
      <p:sp>
        <p:nvSpPr>
          <p:cNvPr id="3" name="Заголовок 2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457200" y="1801813"/>
            <a:ext cx="8229600" cy="620712"/>
          </a:xfrm>
        </p:spPr>
        <p:txBody>
          <a:bodyPr>
            <a:noAutofit/>
          </a:bodyPr>
          <a:lstStyle/>
          <a:p>
            <a:pPr algn="ctr">
              <a:defRPr/>
            </a:pPr>
            <a:r>
              <a:rPr lang="ru-RU" sz="4400"/>
              <a:t>Спасибо</a:t>
            </a:r>
            <a:br>
              <a:rPr lang="ru-RU" sz="4400"/>
            </a:br>
            <a:r>
              <a:rPr lang="ru-RU" sz="4400"/>
              <a:t>за внимание!</a:t>
            </a:r>
            <a:endParaRPr lang="en-US" sz="4400"/>
          </a:p>
        </p:txBody>
      </p:sp>
      <p:sp>
        <p:nvSpPr>
          <p:cNvPr id="3" name="TextBox 2"/>
          <p:cNvSpPr txBox="1"/>
          <p:nvPr/>
        </p:nvSpPr>
        <p:spPr bwMode="auto">
          <a:xfrm>
            <a:off x="6649035" y="4468762"/>
            <a:ext cx="214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defRPr/>
            </a:pPr>
            <a:r>
              <a:rPr lang="en-US">
                <a:solidFill>
                  <a:schemeClr val="bg2"/>
                </a:solidFill>
              </a:rPr>
              <a:t>oakolegova@itmo.ru</a:t>
            </a:r>
            <a:endParaRPr lang="ru-RU">
              <a:solidFill>
                <a:schemeClr val="bg2"/>
              </a:solidFill>
              <a:latin typeface="Golos Text"/>
              <a:cs typeface="Golos Tex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Тема1">
  <a:themeElements>
    <a:clrScheme name="Другая 1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R7-Office/2024.1.1.375</Application>
  <DocSecurity>0</DocSecurity>
  <PresentationFormat>Экран (16:9)</PresentationFormat>
  <Paragraphs>0</Paragraphs>
  <Slides>23</Slides>
  <Notes>23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Al</dc:creator>
  <cp:keywords/>
  <dc:description/>
  <dc:identifier/>
  <dc:language/>
  <cp:lastModifiedBy>Оксана Колегова</cp:lastModifiedBy>
  <cp:revision>162</cp:revision>
  <dcterms:created xsi:type="dcterms:W3CDTF">2014-06-27T12:30:22Z</dcterms:created>
  <dcterms:modified xsi:type="dcterms:W3CDTF">2025-04-22T13:09:11Z</dcterms:modified>
  <cp:category/>
  <cp:contentStatus/>
  <cp:version/>
</cp:coreProperties>
</file>